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notesSlides/notesSlide2.xml" ContentType="application/vnd.openxmlformats-officedocument.presentationml.notesSlide+xml"/>
  <Override PartName="/ppt/diagrams/quickStyle4.xml" ContentType="application/vnd.openxmlformats-officedocument.drawingml.diagramStyle+xml"/>
  <Default Extension="svg" ContentType="image/svg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4.xml" ContentType="application/vnd.openxmlformats-officedocument.drawingml.diagram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docProps/core.xml" ContentType="application/vnd.openxmlformats-package.core-properties+xml"/>
  <Override PartName="/ppt/diagrams/drawing4.xml" ContentType="application/vnd.ms-office.drawingml.diagramDrawing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diagrams/drawing1.xml" ContentType="application/vnd.ms-office.drawingml.diagramDrawing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-540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22" y="-108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14.svg"/><Relationship Id="rId1" Type="http://schemas.openxmlformats.org/officeDocument/2006/relationships/image" Target="../media/image9.png"/><Relationship Id="rId6" Type="http://schemas.openxmlformats.org/officeDocument/2006/relationships/image" Target="../media/image18.svg"/><Relationship Id="rId5" Type="http://schemas.openxmlformats.org/officeDocument/2006/relationships/image" Target="../media/image11.png"/><Relationship Id="rId4" Type="http://schemas.openxmlformats.org/officeDocument/2006/relationships/image" Target="../media/image16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image" Target="../media/image23.svg"/><Relationship Id="rId1" Type="http://schemas.openxmlformats.org/officeDocument/2006/relationships/image" Target="../media/image3.png"/><Relationship Id="rId6" Type="http://schemas.openxmlformats.org/officeDocument/2006/relationships/image" Target="../media/image26.svg"/><Relationship Id="rId5" Type="http://schemas.openxmlformats.org/officeDocument/2006/relationships/image" Target="../media/image1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17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image" Target="../media/image44.svg"/><Relationship Id="rId1" Type="http://schemas.openxmlformats.org/officeDocument/2006/relationships/image" Target="../media/image30.png"/><Relationship Id="rId6" Type="http://schemas.openxmlformats.org/officeDocument/2006/relationships/image" Target="../media/image48.svg"/><Relationship Id="rId5" Type="http://schemas.openxmlformats.org/officeDocument/2006/relationships/image" Target="../media/image32.png"/><Relationship Id="rId4" Type="http://schemas.openxmlformats.org/officeDocument/2006/relationships/image" Target="../media/image4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1.png"/><Relationship Id="rId7" Type="http://schemas.openxmlformats.org/officeDocument/2006/relationships/image" Target="../media/image91.png"/><Relationship Id="rId2" Type="http://schemas.openxmlformats.org/officeDocument/2006/relationships/image" Target="../media/image4.svg"/><Relationship Id="rId1" Type="http://schemas.openxmlformats.org/officeDocument/2006/relationships/image" Target="../media/image34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1.png"/><Relationship Id="rId7" Type="http://schemas.openxmlformats.org/officeDocument/2006/relationships/image" Target="../media/image191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1.png"/><Relationship Id="rId4" Type="http://schemas.openxmlformats.org/officeDocument/2006/relationships/image" Target="../media/image1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7.png"/><Relationship Id="rId7" Type="http://schemas.openxmlformats.org/officeDocument/2006/relationships/image" Target="../media/image271.png"/><Relationship Id="rId2" Type="http://schemas.openxmlformats.org/officeDocument/2006/relationships/image" Target="../media/image23.svg"/><Relationship Id="rId1" Type="http://schemas.openxmlformats.org/officeDocument/2006/relationships/image" Target="../media/image34.png"/><Relationship Id="rId6" Type="http://schemas.openxmlformats.org/officeDocument/2006/relationships/image" Target="../media/image26.svg"/><Relationship Id="rId5" Type="http://schemas.openxmlformats.org/officeDocument/2006/relationships/image" Target="../media/image251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1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9D56E9-0047-4E8C-ADA8-C75CD2167163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4675638-EE94-497A-B912-59132BC47C8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Raspberry Pi is a low-cost, credit-card-sized computer.</a:t>
          </a:r>
          <a:endParaRPr lang="en-US"/>
        </a:p>
      </dgm:t>
    </dgm:pt>
    <dgm:pt modelId="{087B519F-52BE-48F6-9AA3-F34D6A24383F}" type="parTrans" cxnId="{BD2A572B-CFF7-4055-8FB9-1D3973A6649B}">
      <dgm:prSet/>
      <dgm:spPr/>
      <dgm:t>
        <a:bodyPr/>
        <a:lstStyle/>
        <a:p>
          <a:endParaRPr lang="en-US"/>
        </a:p>
      </dgm:t>
    </dgm:pt>
    <dgm:pt modelId="{A25DA0CC-69B2-4DB8-88CA-215EC43BCBB1}" type="sibTrans" cxnId="{BD2A572B-CFF7-4055-8FB9-1D3973A6649B}">
      <dgm:prSet/>
      <dgm:spPr/>
      <dgm:t>
        <a:bodyPr/>
        <a:lstStyle/>
        <a:p>
          <a:endParaRPr lang="en-US"/>
        </a:p>
      </dgm:t>
    </dgm:pt>
    <dgm:pt modelId="{079B2215-A81F-4B38-A9EB-654E859CA35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Developed by the Raspberry Pi Foundation (UK).</a:t>
          </a:r>
          <a:endParaRPr lang="en-US"/>
        </a:p>
      </dgm:t>
    </dgm:pt>
    <dgm:pt modelId="{891B4ABC-79F0-406E-86A8-B373CE74C20E}" type="parTrans" cxnId="{CDD4EA8B-FF01-4E93-B245-32C53415489D}">
      <dgm:prSet/>
      <dgm:spPr/>
      <dgm:t>
        <a:bodyPr/>
        <a:lstStyle/>
        <a:p>
          <a:endParaRPr lang="en-US"/>
        </a:p>
      </dgm:t>
    </dgm:pt>
    <dgm:pt modelId="{AA333979-6421-4EA7-A097-ED178169DC7C}" type="sibTrans" cxnId="{CDD4EA8B-FF01-4E93-B245-32C53415489D}">
      <dgm:prSet/>
      <dgm:spPr/>
      <dgm:t>
        <a:bodyPr/>
        <a:lstStyle/>
        <a:p>
          <a:endParaRPr lang="en-US"/>
        </a:p>
      </dgm:t>
    </dgm:pt>
    <dgm:pt modelId="{B75EFDF2-2A4C-403C-B928-85B60E0E5B2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Aims to promote computer science education and DIY electronics.</a:t>
          </a:r>
          <a:endParaRPr lang="en-US"/>
        </a:p>
      </dgm:t>
    </dgm:pt>
    <dgm:pt modelId="{E23C4482-1F4A-4ADF-AB6E-9A9167073F3E}" type="parTrans" cxnId="{478AA3E7-23E5-4286-9DD0-788CC6BF867C}">
      <dgm:prSet/>
      <dgm:spPr/>
      <dgm:t>
        <a:bodyPr/>
        <a:lstStyle/>
        <a:p>
          <a:endParaRPr lang="en-US"/>
        </a:p>
      </dgm:t>
    </dgm:pt>
    <dgm:pt modelId="{E5DCB8D0-950A-4F2D-AFB9-E133EF148209}" type="sibTrans" cxnId="{478AA3E7-23E5-4286-9DD0-788CC6BF867C}">
      <dgm:prSet/>
      <dgm:spPr/>
      <dgm:t>
        <a:bodyPr/>
        <a:lstStyle/>
        <a:p>
          <a:endParaRPr lang="en-US"/>
        </a:p>
      </dgm:t>
    </dgm:pt>
    <dgm:pt modelId="{D0C3320C-7B92-46C3-A735-351D53E5289D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Used in education, prototyping, and IoT projects.</a:t>
          </a:r>
          <a:endParaRPr lang="en-US"/>
        </a:p>
      </dgm:t>
    </dgm:pt>
    <dgm:pt modelId="{8F78AF45-5B22-43B8-9B43-9E0D8CBEBA62}" type="parTrans" cxnId="{7259274E-A076-45A1-8C91-A8C8602DD8CE}">
      <dgm:prSet/>
      <dgm:spPr/>
      <dgm:t>
        <a:bodyPr/>
        <a:lstStyle/>
        <a:p>
          <a:endParaRPr lang="en-US"/>
        </a:p>
      </dgm:t>
    </dgm:pt>
    <dgm:pt modelId="{1D048A84-E5BD-4509-8286-2AA2DE8B74E4}" type="sibTrans" cxnId="{7259274E-A076-45A1-8C91-A8C8602DD8CE}">
      <dgm:prSet/>
      <dgm:spPr/>
      <dgm:t>
        <a:bodyPr/>
        <a:lstStyle/>
        <a:p>
          <a:endParaRPr lang="en-US"/>
        </a:p>
      </dgm:t>
    </dgm:pt>
    <dgm:pt modelId="{E1DDF422-659B-470F-A069-058D720D1F25}" type="pres">
      <dgm:prSet presAssocID="{029D56E9-0047-4E8C-ADA8-C75CD2167163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69CA6D0-52E9-4FAC-AD52-CB057E7DD5A4}" type="pres">
      <dgm:prSet presAssocID="{A4675638-EE94-497A-B912-59132BC47C82}" presName="compNode" presStyleCnt="0"/>
      <dgm:spPr/>
    </dgm:pt>
    <dgm:pt modelId="{54336D73-7FCC-4305-97AE-86C75F8AE6E7}" type="pres">
      <dgm:prSet presAssocID="{A4675638-EE94-497A-B912-59132BC47C82}" presName="bgRect" presStyleLbl="bgShp" presStyleIdx="0" presStyleCnt="4"/>
      <dgm:spPr/>
    </dgm:pt>
    <dgm:pt modelId="{A9E7E927-BD47-4607-B327-7E1E5051ECC4}" type="pres">
      <dgm:prSet presAssocID="{A4675638-EE94-497A-B912-59132BC47C8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xmlns="" id="0" name="" descr="Processor"/>
        </a:ext>
      </dgm:extLst>
    </dgm:pt>
    <dgm:pt modelId="{A00261F4-B282-4474-8BEC-843BFCB73334}" type="pres">
      <dgm:prSet presAssocID="{A4675638-EE94-497A-B912-59132BC47C82}" presName="spaceRect" presStyleCnt="0"/>
      <dgm:spPr/>
    </dgm:pt>
    <dgm:pt modelId="{4B8D7270-69A6-451E-99E7-EF724D0B69AD}" type="pres">
      <dgm:prSet presAssocID="{A4675638-EE94-497A-B912-59132BC47C82}" presName="parTx" presStyleLbl="revTx" presStyleIdx="0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BF9E57FA-6723-4A4A-910C-16CB7BF869BA}" type="pres">
      <dgm:prSet presAssocID="{A25DA0CC-69B2-4DB8-88CA-215EC43BCBB1}" presName="sibTrans" presStyleCnt="0"/>
      <dgm:spPr/>
    </dgm:pt>
    <dgm:pt modelId="{6A7D0CAE-AD1F-45E0-A272-0DF9938A9C7E}" type="pres">
      <dgm:prSet presAssocID="{079B2215-A81F-4B38-A9EB-654E859CA357}" presName="compNode" presStyleCnt="0"/>
      <dgm:spPr/>
    </dgm:pt>
    <dgm:pt modelId="{4292EE85-901E-480A-85E7-2A0F9490FC71}" type="pres">
      <dgm:prSet presAssocID="{079B2215-A81F-4B38-A9EB-654E859CA357}" presName="bgRect" presStyleLbl="bgShp" presStyleIdx="1" presStyleCnt="4"/>
      <dgm:spPr/>
    </dgm:pt>
    <dgm:pt modelId="{F736F207-151B-4EC8-A54E-B99B35F50796}" type="pres">
      <dgm:prSet presAssocID="{079B2215-A81F-4B38-A9EB-654E859CA35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xmlns="" id="0" name="" descr="Sushi"/>
        </a:ext>
      </dgm:extLst>
    </dgm:pt>
    <dgm:pt modelId="{65D19228-B4AA-4184-83F7-F987A555A931}" type="pres">
      <dgm:prSet presAssocID="{079B2215-A81F-4B38-A9EB-654E859CA357}" presName="spaceRect" presStyleCnt="0"/>
      <dgm:spPr/>
    </dgm:pt>
    <dgm:pt modelId="{C8633123-E70C-438C-B8E5-5910CBBFE635}" type="pres">
      <dgm:prSet presAssocID="{079B2215-A81F-4B38-A9EB-654E859CA357}" presName="parTx" presStyleLbl="revTx" presStyleIdx="1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CD9EA32A-C1BB-4DD3-84A9-A4916ADCEA2B}" type="pres">
      <dgm:prSet presAssocID="{AA333979-6421-4EA7-A097-ED178169DC7C}" presName="sibTrans" presStyleCnt="0"/>
      <dgm:spPr/>
    </dgm:pt>
    <dgm:pt modelId="{C232640F-76F9-4CEF-9447-2867C98D61DD}" type="pres">
      <dgm:prSet presAssocID="{B75EFDF2-2A4C-403C-B928-85B60E0E5B25}" presName="compNode" presStyleCnt="0"/>
      <dgm:spPr/>
    </dgm:pt>
    <dgm:pt modelId="{638B09EC-E0FE-41C9-B4A7-6818820076AB}" type="pres">
      <dgm:prSet presAssocID="{B75EFDF2-2A4C-403C-B928-85B60E0E5B25}" presName="bgRect" presStyleLbl="bgShp" presStyleIdx="2" presStyleCnt="4"/>
      <dgm:spPr/>
    </dgm:pt>
    <dgm:pt modelId="{AAF52212-ABB3-41C2-89F7-EE2534944B52}" type="pres">
      <dgm:prSet presAssocID="{B75EFDF2-2A4C-403C-B928-85B60E0E5B2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xmlns="" id="0" name="" descr="Computer"/>
        </a:ext>
      </dgm:extLst>
    </dgm:pt>
    <dgm:pt modelId="{49A4B11C-3610-45C9-8210-63275233C700}" type="pres">
      <dgm:prSet presAssocID="{B75EFDF2-2A4C-403C-B928-85B60E0E5B25}" presName="spaceRect" presStyleCnt="0"/>
      <dgm:spPr/>
    </dgm:pt>
    <dgm:pt modelId="{FC9A9D4E-B976-4611-9E6E-B5AB087A4AFA}" type="pres">
      <dgm:prSet presAssocID="{B75EFDF2-2A4C-403C-B928-85B60E0E5B25}" presName="parTx" presStyleLbl="revTx" presStyleIdx="2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942BA49D-7104-4D57-AEF5-38AE9EB56B7A}" type="pres">
      <dgm:prSet presAssocID="{E5DCB8D0-950A-4F2D-AFB9-E133EF148209}" presName="sibTrans" presStyleCnt="0"/>
      <dgm:spPr/>
    </dgm:pt>
    <dgm:pt modelId="{6BA61841-7B7F-455D-B15B-29D0459EA276}" type="pres">
      <dgm:prSet presAssocID="{D0C3320C-7B92-46C3-A735-351D53E5289D}" presName="compNode" presStyleCnt="0"/>
      <dgm:spPr/>
    </dgm:pt>
    <dgm:pt modelId="{FE3A6906-82A5-40DF-8AE7-D9A35FDDACF5}" type="pres">
      <dgm:prSet presAssocID="{D0C3320C-7B92-46C3-A735-351D53E5289D}" presName="bgRect" presStyleLbl="bgShp" presStyleIdx="3" presStyleCnt="4"/>
      <dgm:spPr/>
    </dgm:pt>
    <dgm:pt modelId="{196EB02C-67EA-48A9-978F-E01B7715CC44}" type="pres">
      <dgm:prSet presAssocID="{D0C3320C-7B92-46C3-A735-351D53E5289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xmlns="" id="0" name="" descr="Robot"/>
        </a:ext>
      </dgm:extLst>
    </dgm:pt>
    <dgm:pt modelId="{E97D55AD-AA58-4DFB-8DC1-D5D855E6EE39}" type="pres">
      <dgm:prSet presAssocID="{D0C3320C-7B92-46C3-A735-351D53E5289D}" presName="spaceRect" presStyleCnt="0"/>
      <dgm:spPr/>
    </dgm:pt>
    <dgm:pt modelId="{DF7A566F-62D7-459F-B0FD-9E36DB3BE3A9}" type="pres">
      <dgm:prSet presAssocID="{D0C3320C-7B92-46C3-A735-351D53E5289D}" presName="parTx" presStyleLbl="revTx" presStyleIdx="3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77F5935F-15A4-4C6E-9ED9-613AED772DDF}" type="presOf" srcId="{B75EFDF2-2A4C-403C-B928-85B60E0E5B25}" destId="{FC9A9D4E-B976-4611-9E6E-B5AB087A4AFA}" srcOrd="0" destOrd="0" presId="urn:microsoft.com/office/officeart/2018/2/layout/IconVerticalSolidList"/>
    <dgm:cxn modelId="{9936B426-F250-41C0-A1D4-2F9FA639446C}" type="presOf" srcId="{A4675638-EE94-497A-B912-59132BC47C82}" destId="{4B8D7270-69A6-451E-99E7-EF724D0B69AD}" srcOrd="0" destOrd="0" presId="urn:microsoft.com/office/officeart/2018/2/layout/IconVerticalSolidList"/>
    <dgm:cxn modelId="{2D7EABC7-F8F1-47FC-82C6-9EB1EBDDA8FD}" type="presOf" srcId="{D0C3320C-7B92-46C3-A735-351D53E5289D}" destId="{DF7A566F-62D7-459F-B0FD-9E36DB3BE3A9}" srcOrd="0" destOrd="0" presId="urn:microsoft.com/office/officeart/2018/2/layout/IconVerticalSolidList"/>
    <dgm:cxn modelId="{BD2A572B-CFF7-4055-8FB9-1D3973A6649B}" srcId="{029D56E9-0047-4E8C-ADA8-C75CD2167163}" destId="{A4675638-EE94-497A-B912-59132BC47C82}" srcOrd="0" destOrd="0" parTransId="{087B519F-52BE-48F6-9AA3-F34D6A24383F}" sibTransId="{A25DA0CC-69B2-4DB8-88CA-215EC43BCBB1}"/>
    <dgm:cxn modelId="{CDD4EA8B-FF01-4E93-B245-32C53415489D}" srcId="{029D56E9-0047-4E8C-ADA8-C75CD2167163}" destId="{079B2215-A81F-4B38-A9EB-654E859CA357}" srcOrd="1" destOrd="0" parTransId="{891B4ABC-79F0-406E-86A8-B373CE74C20E}" sibTransId="{AA333979-6421-4EA7-A097-ED178169DC7C}"/>
    <dgm:cxn modelId="{478AA3E7-23E5-4286-9DD0-788CC6BF867C}" srcId="{029D56E9-0047-4E8C-ADA8-C75CD2167163}" destId="{B75EFDF2-2A4C-403C-B928-85B60E0E5B25}" srcOrd="2" destOrd="0" parTransId="{E23C4482-1F4A-4ADF-AB6E-9A9167073F3E}" sibTransId="{E5DCB8D0-950A-4F2D-AFB9-E133EF148209}"/>
    <dgm:cxn modelId="{9CF68AAB-AE4C-48D4-9A4D-F03535A7875C}" type="presOf" srcId="{079B2215-A81F-4B38-A9EB-654E859CA357}" destId="{C8633123-E70C-438C-B8E5-5910CBBFE635}" srcOrd="0" destOrd="0" presId="urn:microsoft.com/office/officeart/2018/2/layout/IconVerticalSolidList"/>
    <dgm:cxn modelId="{7259274E-A076-45A1-8C91-A8C8602DD8CE}" srcId="{029D56E9-0047-4E8C-ADA8-C75CD2167163}" destId="{D0C3320C-7B92-46C3-A735-351D53E5289D}" srcOrd="3" destOrd="0" parTransId="{8F78AF45-5B22-43B8-9B43-9E0D8CBEBA62}" sibTransId="{1D048A84-E5BD-4509-8286-2AA2DE8B74E4}"/>
    <dgm:cxn modelId="{BB382FCB-F17D-45D8-B9ED-F16B47022FDE}" type="presOf" srcId="{029D56E9-0047-4E8C-ADA8-C75CD2167163}" destId="{E1DDF422-659B-470F-A069-058D720D1F25}" srcOrd="0" destOrd="0" presId="urn:microsoft.com/office/officeart/2018/2/layout/IconVerticalSolidList"/>
    <dgm:cxn modelId="{D7D44A66-10A0-4893-85C0-6A2889661D7B}" type="presParOf" srcId="{E1DDF422-659B-470F-A069-058D720D1F25}" destId="{969CA6D0-52E9-4FAC-AD52-CB057E7DD5A4}" srcOrd="0" destOrd="0" presId="urn:microsoft.com/office/officeart/2018/2/layout/IconVerticalSolidList"/>
    <dgm:cxn modelId="{91FC0D8C-A01D-4A66-810A-0C998AEEB63C}" type="presParOf" srcId="{969CA6D0-52E9-4FAC-AD52-CB057E7DD5A4}" destId="{54336D73-7FCC-4305-97AE-86C75F8AE6E7}" srcOrd="0" destOrd="0" presId="urn:microsoft.com/office/officeart/2018/2/layout/IconVerticalSolidList"/>
    <dgm:cxn modelId="{06CA5A01-DE9F-47BC-9F24-ADAC337042D8}" type="presParOf" srcId="{969CA6D0-52E9-4FAC-AD52-CB057E7DD5A4}" destId="{A9E7E927-BD47-4607-B327-7E1E5051ECC4}" srcOrd="1" destOrd="0" presId="urn:microsoft.com/office/officeart/2018/2/layout/IconVerticalSolidList"/>
    <dgm:cxn modelId="{CDC4BFD9-5A56-4799-B8B5-23F370F4F7A7}" type="presParOf" srcId="{969CA6D0-52E9-4FAC-AD52-CB057E7DD5A4}" destId="{A00261F4-B282-4474-8BEC-843BFCB73334}" srcOrd="2" destOrd="0" presId="urn:microsoft.com/office/officeart/2018/2/layout/IconVerticalSolidList"/>
    <dgm:cxn modelId="{BCEA7EF1-068B-48D6-9169-852AC964A3D5}" type="presParOf" srcId="{969CA6D0-52E9-4FAC-AD52-CB057E7DD5A4}" destId="{4B8D7270-69A6-451E-99E7-EF724D0B69AD}" srcOrd="3" destOrd="0" presId="urn:microsoft.com/office/officeart/2018/2/layout/IconVerticalSolidList"/>
    <dgm:cxn modelId="{392CABE1-5C57-4467-BF7D-C4ED8F097764}" type="presParOf" srcId="{E1DDF422-659B-470F-A069-058D720D1F25}" destId="{BF9E57FA-6723-4A4A-910C-16CB7BF869BA}" srcOrd="1" destOrd="0" presId="urn:microsoft.com/office/officeart/2018/2/layout/IconVerticalSolidList"/>
    <dgm:cxn modelId="{BC3A4981-6F33-4494-B6C6-BB1A9A2163C3}" type="presParOf" srcId="{E1DDF422-659B-470F-A069-058D720D1F25}" destId="{6A7D0CAE-AD1F-45E0-A272-0DF9938A9C7E}" srcOrd="2" destOrd="0" presId="urn:microsoft.com/office/officeart/2018/2/layout/IconVerticalSolidList"/>
    <dgm:cxn modelId="{A5DF3D36-98AA-4B5A-9FA9-835462BA3029}" type="presParOf" srcId="{6A7D0CAE-AD1F-45E0-A272-0DF9938A9C7E}" destId="{4292EE85-901E-480A-85E7-2A0F9490FC71}" srcOrd="0" destOrd="0" presId="urn:microsoft.com/office/officeart/2018/2/layout/IconVerticalSolidList"/>
    <dgm:cxn modelId="{26B74352-75BC-4266-83E9-FD42C3914166}" type="presParOf" srcId="{6A7D0CAE-AD1F-45E0-A272-0DF9938A9C7E}" destId="{F736F207-151B-4EC8-A54E-B99B35F50796}" srcOrd="1" destOrd="0" presId="urn:microsoft.com/office/officeart/2018/2/layout/IconVerticalSolidList"/>
    <dgm:cxn modelId="{6375EC6D-6A3E-4FC1-9781-C560A071BE6B}" type="presParOf" srcId="{6A7D0CAE-AD1F-45E0-A272-0DF9938A9C7E}" destId="{65D19228-B4AA-4184-83F7-F987A555A931}" srcOrd="2" destOrd="0" presId="urn:microsoft.com/office/officeart/2018/2/layout/IconVerticalSolidList"/>
    <dgm:cxn modelId="{72C1D5A1-5918-4785-AECE-84E59A84B84E}" type="presParOf" srcId="{6A7D0CAE-AD1F-45E0-A272-0DF9938A9C7E}" destId="{C8633123-E70C-438C-B8E5-5910CBBFE635}" srcOrd="3" destOrd="0" presId="urn:microsoft.com/office/officeart/2018/2/layout/IconVerticalSolidList"/>
    <dgm:cxn modelId="{A02442FA-5813-4C9F-8AC0-57880EFB2F57}" type="presParOf" srcId="{E1DDF422-659B-470F-A069-058D720D1F25}" destId="{CD9EA32A-C1BB-4DD3-84A9-A4916ADCEA2B}" srcOrd="3" destOrd="0" presId="urn:microsoft.com/office/officeart/2018/2/layout/IconVerticalSolidList"/>
    <dgm:cxn modelId="{39B68FCB-B484-4ED7-884F-6A947B40A313}" type="presParOf" srcId="{E1DDF422-659B-470F-A069-058D720D1F25}" destId="{C232640F-76F9-4CEF-9447-2867C98D61DD}" srcOrd="4" destOrd="0" presId="urn:microsoft.com/office/officeart/2018/2/layout/IconVerticalSolidList"/>
    <dgm:cxn modelId="{FCCBF3E0-57DD-42A6-9A91-586853F19418}" type="presParOf" srcId="{C232640F-76F9-4CEF-9447-2867C98D61DD}" destId="{638B09EC-E0FE-41C9-B4A7-6818820076AB}" srcOrd="0" destOrd="0" presId="urn:microsoft.com/office/officeart/2018/2/layout/IconVerticalSolidList"/>
    <dgm:cxn modelId="{DD1EC8DD-F904-4F0A-9DB1-41200F218DEE}" type="presParOf" srcId="{C232640F-76F9-4CEF-9447-2867C98D61DD}" destId="{AAF52212-ABB3-41C2-89F7-EE2534944B52}" srcOrd="1" destOrd="0" presId="urn:microsoft.com/office/officeart/2018/2/layout/IconVerticalSolidList"/>
    <dgm:cxn modelId="{9D8F5D7D-8350-4D30-A2B7-BCC0861C2B8C}" type="presParOf" srcId="{C232640F-76F9-4CEF-9447-2867C98D61DD}" destId="{49A4B11C-3610-45C9-8210-63275233C700}" srcOrd="2" destOrd="0" presId="urn:microsoft.com/office/officeart/2018/2/layout/IconVerticalSolidList"/>
    <dgm:cxn modelId="{7156E14C-A633-432E-A0CE-7BF52F0AC3EE}" type="presParOf" srcId="{C232640F-76F9-4CEF-9447-2867C98D61DD}" destId="{FC9A9D4E-B976-4611-9E6E-B5AB087A4AFA}" srcOrd="3" destOrd="0" presId="urn:microsoft.com/office/officeart/2018/2/layout/IconVerticalSolidList"/>
    <dgm:cxn modelId="{A7DD16F6-D68C-4770-B280-058764626447}" type="presParOf" srcId="{E1DDF422-659B-470F-A069-058D720D1F25}" destId="{942BA49D-7104-4D57-AEF5-38AE9EB56B7A}" srcOrd="5" destOrd="0" presId="urn:microsoft.com/office/officeart/2018/2/layout/IconVerticalSolidList"/>
    <dgm:cxn modelId="{EEA53149-541F-4D70-BA97-BE32DED2E8D4}" type="presParOf" srcId="{E1DDF422-659B-470F-A069-058D720D1F25}" destId="{6BA61841-7B7F-455D-B15B-29D0459EA276}" srcOrd="6" destOrd="0" presId="urn:microsoft.com/office/officeart/2018/2/layout/IconVerticalSolidList"/>
    <dgm:cxn modelId="{E8D0EDD5-8E5B-4BDC-833E-92311D26C661}" type="presParOf" srcId="{6BA61841-7B7F-455D-B15B-29D0459EA276}" destId="{FE3A6906-82A5-40DF-8AE7-D9A35FDDACF5}" srcOrd="0" destOrd="0" presId="urn:microsoft.com/office/officeart/2018/2/layout/IconVerticalSolidList"/>
    <dgm:cxn modelId="{A594E2C4-6EE8-4911-B449-A9B8BEAC9887}" type="presParOf" srcId="{6BA61841-7B7F-455D-B15B-29D0459EA276}" destId="{196EB02C-67EA-48A9-978F-E01B7715CC44}" srcOrd="1" destOrd="0" presId="urn:microsoft.com/office/officeart/2018/2/layout/IconVerticalSolidList"/>
    <dgm:cxn modelId="{D86584B1-11D7-42E6-B81D-6D5748D31718}" type="presParOf" srcId="{6BA61841-7B7F-455D-B15B-29D0459EA276}" destId="{E97D55AD-AA58-4DFB-8DC1-D5D855E6EE39}" srcOrd="2" destOrd="0" presId="urn:microsoft.com/office/officeart/2018/2/layout/IconVerticalSolidList"/>
    <dgm:cxn modelId="{794F0605-435A-4C95-A53A-22B43B44BCB1}" type="presParOf" srcId="{6BA61841-7B7F-455D-B15B-29D0459EA276}" destId="{DF7A566F-62D7-459F-B0FD-9E36DB3BE3A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BE3A241-5E71-48AA-B2CA-C6DE034BC797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C572E71-2CDC-467E-9BAC-2F834879C02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First model released in 2012.</a:t>
          </a:r>
        </a:p>
      </dgm:t>
    </dgm:pt>
    <dgm:pt modelId="{ABEA2A44-DFE2-4CBB-BA33-BF3753AE5B79}" type="parTrans" cxnId="{B2BC4538-2149-49CD-9BC2-66030FE8A308}">
      <dgm:prSet/>
      <dgm:spPr/>
      <dgm:t>
        <a:bodyPr/>
        <a:lstStyle/>
        <a:p>
          <a:endParaRPr lang="en-US" sz="1400"/>
        </a:p>
      </dgm:t>
    </dgm:pt>
    <dgm:pt modelId="{3A3F8FC1-7E2B-476B-9291-5901ADB33173}" type="sibTrans" cxnId="{B2BC4538-2149-49CD-9BC2-66030FE8A308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85A5BF6B-694E-449D-A160-3CACCAF3895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Major versions: Pi 1 → Pi 2 → Pi 3 → Pi 4 → Pi 5 (2023).</a:t>
          </a:r>
        </a:p>
      </dgm:t>
    </dgm:pt>
    <dgm:pt modelId="{11B01CF3-8D33-4A75-B7A3-34A0F0E81011}" type="parTrans" cxnId="{635B8293-7842-433B-AAD6-F647A9AED78C}">
      <dgm:prSet/>
      <dgm:spPr/>
      <dgm:t>
        <a:bodyPr/>
        <a:lstStyle/>
        <a:p>
          <a:endParaRPr lang="en-US" sz="1400"/>
        </a:p>
      </dgm:t>
    </dgm:pt>
    <dgm:pt modelId="{896F2019-160F-4A8F-A489-A27DE559FE8D}" type="sibTrans" cxnId="{635B8293-7842-433B-AAD6-F647A9AED78C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15831F20-7341-4AA5-9087-D01EA8146ED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Raspberry Pi Zero series for ultra-compact, low-power use.</a:t>
          </a:r>
        </a:p>
      </dgm:t>
    </dgm:pt>
    <dgm:pt modelId="{31346BBD-2940-430A-81EC-70243F1926CA}" type="parTrans" cxnId="{CEED94A8-693E-4FF7-A4A4-061DDD42708F}">
      <dgm:prSet/>
      <dgm:spPr/>
      <dgm:t>
        <a:bodyPr/>
        <a:lstStyle/>
        <a:p>
          <a:endParaRPr lang="en-US" sz="1400"/>
        </a:p>
      </dgm:t>
    </dgm:pt>
    <dgm:pt modelId="{FB46B6C4-C1B6-43B4-8AEB-23F501A79C32}" type="sibTrans" cxnId="{CEED94A8-693E-4FF7-A4A4-061DDD42708F}">
      <dgm:prSet/>
      <dgm:spPr/>
      <dgm:t>
        <a:bodyPr/>
        <a:lstStyle/>
        <a:p>
          <a:pPr>
            <a:lnSpc>
              <a:spcPct val="100000"/>
            </a:lnSpc>
          </a:pPr>
          <a:endParaRPr lang="en-US" sz="1400"/>
        </a:p>
      </dgm:t>
    </dgm:pt>
    <dgm:pt modelId="{471E930D-8BC8-4E7C-BDE9-867984AC490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Increasing power and features each generation. with</a:t>
          </a:r>
        </a:p>
      </dgm:t>
    </dgm:pt>
    <dgm:pt modelId="{4C0BAA48-158B-4940-ADE4-6001B1C7803F}" type="parTrans" cxnId="{D30AA4A0-0C33-4F2D-9397-4BDD7FF47F80}">
      <dgm:prSet/>
      <dgm:spPr/>
      <dgm:t>
        <a:bodyPr/>
        <a:lstStyle/>
        <a:p>
          <a:endParaRPr lang="en-US" sz="1400"/>
        </a:p>
      </dgm:t>
    </dgm:pt>
    <dgm:pt modelId="{A6883ECA-74E2-4B79-98A6-97F1159AD520}" type="sibTrans" cxnId="{D30AA4A0-0C33-4F2D-9397-4BDD7FF47F80}">
      <dgm:prSet/>
      <dgm:spPr/>
      <dgm:t>
        <a:bodyPr/>
        <a:lstStyle/>
        <a:p>
          <a:endParaRPr lang="en-US" sz="1400"/>
        </a:p>
      </dgm:t>
    </dgm:pt>
    <dgm:pt modelId="{8134DEE1-7FB6-445B-A585-FF9717CC0DB3}" type="pres">
      <dgm:prSet presAssocID="{3BE3A241-5E71-48AA-B2CA-C6DE034BC797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48A0AC3-BB84-4203-B46F-9122E886DC10}" type="pres">
      <dgm:prSet presAssocID="{3BE3A241-5E71-48AA-B2CA-C6DE034BC797}" presName="container" presStyleCnt="0">
        <dgm:presLayoutVars>
          <dgm:dir/>
          <dgm:resizeHandles val="exact"/>
        </dgm:presLayoutVars>
      </dgm:prSet>
      <dgm:spPr/>
    </dgm:pt>
    <dgm:pt modelId="{CC58362A-3844-4AF3-9650-AF45D87DE7FE}" type="pres">
      <dgm:prSet presAssocID="{BC572E71-2CDC-467E-9BAC-2F834879C02E}" presName="compNode" presStyleCnt="0"/>
      <dgm:spPr/>
    </dgm:pt>
    <dgm:pt modelId="{1AE44E54-69D3-4541-943E-AF1738E699A0}" type="pres">
      <dgm:prSet presAssocID="{BC572E71-2CDC-467E-9BAC-2F834879C02E}" presName="iconBgRect" presStyleLbl="bgShp" presStyleIdx="0" presStyleCnt="4"/>
      <dgm:spPr/>
    </dgm:pt>
    <dgm:pt modelId="{78795C7C-929C-44DE-B335-330D0D647565}" type="pres">
      <dgm:prSet presAssocID="{BC572E71-2CDC-467E-9BAC-2F834879C02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xmlns="" id="0" name="" descr="Transfer"/>
        </a:ext>
      </dgm:extLst>
    </dgm:pt>
    <dgm:pt modelId="{FF450AE2-C008-48AE-9ADB-80DFA778FA1E}" type="pres">
      <dgm:prSet presAssocID="{BC572E71-2CDC-467E-9BAC-2F834879C02E}" presName="spaceRect" presStyleCnt="0"/>
      <dgm:spPr/>
    </dgm:pt>
    <dgm:pt modelId="{A5340F2D-3DAC-406C-8CE5-28B2E39F706E}" type="pres">
      <dgm:prSet presAssocID="{BC572E71-2CDC-467E-9BAC-2F834879C02E}" presName="textRect" presStyleLbl="revTx" presStyleIdx="0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04ABF561-7F7F-4F2C-8171-0C7ED8536C33}" type="pres">
      <dgm:prSet presAssocID="{3A3F8FC1-7E2B-476B-9291-5901ADB33173}" presName="sibTrans" presStyleLbl="sibTrans2D1" presStyleIdx="0" presStyleCnt="0"/>
      <dgm:spPr/>
      <dgm:t>
        <a:bodyPr/>
        <a:lstStyle/>
        <a:p>
          <a:endParaRPr lang="en-US"/>
        </a:p>
      </dgm:t>
    </dgm:pt>
    <dgm:pt modelId="{0E79F1EF-804E-4496-B3EE-A9123C2C3DA9}" type="pres">
      <dgm:prSet presAssocID="{85A5BF6B-694E-449D-A160-3CACCAF38957}" presName="compNode" presStyleCnt="0"/>
      <dgm:spPr/>
    </dgm:pt>
    <dgm:pt modelId="{FE03F379-87AF-4F48-B516-92CAD2E56BDC}" type="pres">
      <dgm:prSet presAssocID="{85A5BF6B-694E-449D-A160-3CACCAF38957}" presName="iconBgRect" presStyleLbl="bgShp" presStyleIdx="1" presStyleCnt="4"/>
      <dgm:spPr/>
    </dgm:pt>
    <dgm:pt modelId="{F9E90426-0B0F-4554-8A18-6D3CBFAB1344}" type="pres">
      <dgm:prSet presAssocID="{85A5BF6B-694E-449D-A160-3CACCAF3895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xmlns="" id="0" name="" descr="Programmer"/>
        </a:ext>
      </dgm:extLst>
    </dgm:pt>
    <dgm:pt modelId="{2FC7A90D-DC36-4EA7-9CCC-B3B3CF3AFBF5}" type="pres">
      <dgm:prSet presAssocID="{85A5BF6B-694E-449D-A160-3CACCAF38957}" presName="spaceRect" presStyleCnt="0"/>
      <dgm:spPr/>
    </dgm:pt>
    <dgm:pt modelId="{DF72457F-ABEA-4DA5-AE39-D6BC4E19A61B}" type="pres">
      <dgm:prSet presAssocID="{85A5BF6B-694E-449D-A160-3CACCAF38957}" presName="textRect" presStyleLbl="revTx" presStyleIdx="1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708ADF85-58BE-4FD1-9103-C6F151368D56}" type="pres">
      <dgm:prSet presAssocID="{896F2019-160F-4A8F-A489-A27DE559FE8D}" presName="sibTrans" presStyleLbl="sibTrans2D1" presStyleIdx="0" presStyleCnt="0"/>
      <dgm:spPr/>
      <dgm:t>
        <a:bodyPr/>
        <a:lstStyle/>
        <a:p>
          <a:endParaRPr lang="en-US"/>
        </a:p>
      </dgm:t>
    </dgm:pt>
    <dgm:pt modelId="{18BA12A4-1912-4132-B077-536D6250F0C4}" type="pres">
      <dgm:prSet presAssocID="{15831F20-7341-4AA5-9087-D01EA8146EDA}" presName="compNode" presStyleCnt="0"/>
      <dgm:spPr/>
    </dgm:pt>
    <dgm:pt modelId="{E41ED638-EE34-407F-9ADC-D91C393C3A7E}" type="pres">
      <dgm:prSet presAssocID="{15831F20-7341-4AA5-9087-D01EA8146EDA}" presName="iconBgRect" presStyleLbl="bgShp" presStyleIdx="2" presStyleCnt="4"/>
      <dgm:spPr/>
    </dgm:pt>
    <dgm:pt modelId="{8B42F006-B795-4C37-8A25-ACE0E45FEFBA}" type="pres">
      <dgm:prSet presAssocID="{15831F20-7341-4AA5-9087-D01EA8146ED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xmlns="" id="0" name="" descr="Server"/>
        </a:ext>
      </dgm:extLst>
    </dgm:pt>
    <dgm:pt modelId="{2A9D14C5-0726-45B5-A948-332F84291DC3}" type="pres">
      <dgm:prSet presAssocID="{15831F20-7341-4AA5-9087-D01EA8146EDA}" presName="spaceRect" presStyleCnt="0"/>
      <dgm:spPr/>
    </dgm:pt>
    <dgm:pt modelId="{CBEC0386-272C-4296-9CC2-07184DB71FC1}" type="pres">
      <dgm:prSet presAssocID="{15831F20-7341-4AA5-9087-D01EA8146EDA}" presName="textRect" presStyleLbl="revTx" presStyleIdx="2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5117230A-3A37-449E-B596-6560088D2BC1}" type="pres">
      <dgm:prSet presAssocID="{FB46B6C4-C1B6-43B4-8AEB-23F501A79C32}" presName="sibTrans" presStyleLbl="sibTrans2D1" presStyleIdx="0" presStyleCnt="0"/>
      <dgm:spPr/>
      <dgm:t>
        <a:bodyPr/>
        <a:lstStyle/>
        <a:p>
          <a:endParaRPr lang="en-US"/>
        </a:p>
      </dgm:t>
    </dgm:pt>
    <dgm:pt modelId="{BCF452C0-3F0B-45A9-A8C1-B5F84AAFBA8F}" type="pres">
      <dgm:prSet presAssocID="{471E930D-8BC8-4E7C-BDE9-867984AC4909}" presName="compNode" presStyleCnt="0"/>
      <dgm:spPr/>
    </dgm:pt>
    <dgm:pt modelId="{85968F9C-711D-4B33-96DA-3D1D22844E23}" type="pres">
      <dgm:prSet presAssocID="{471E930D-8BC8-4E7C-BDE9-867984AC4909}" presName="iconBgRect" presStyleLbl="bgShp" presStyleIdx="3" presStyleCnt="4"/>
      <dgm:spPr/>
    </dgm:pt>
    <dgm:pt modelId="{8963832C-A729-4160-95A5-40444218F4CE}" type="pres">
      <dgm:prSet presAssocID="{471E930D-8BC8-4E7C-BDE9-867984AC490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xmlns="" id="0" name="" descr="Electric Car"/>
        </a:ext>
      </dgm:extLst>
    </dgm:pt>
    <dgm:pt modelId="{42D8362F-2F35-4508-81D2-4EF2769FBB07}" type="pres">
      <dgm:prSet presAssocID="{471E930D-8BC8-4E7C-BDE9-867984AC4909}" presName="spaceRect" presStyleCnt="0"/>
      <dgm:spPr/>
    </dgm:pt>
    <dgm:pt modelId="{B0E0ACFA-6B7D-4157-A3CA-C9D0DDDB45CA}" type="pres">
      <dgm:prSet presAssocID="{471E930D-8BC8-4E7C-BDE9-867984AC4909}" presName="textRect" presStyleLbl="revTx" presStyleIdx="3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C9E2D14-F9D3-4288-ABC5-4D40B26B12B1}" type="presOf" srcId="{BC572E71-2CDC-467E-9BAC-2F834879C02E}" destId="{A5340F2D-3DAC-406C-8CE5-28B2E39F706E}" srcOrd="0" destOrd="0" presId="urn:microsoft.com/office/officeart/2018/2/layout/IconCircleList"/>
    <dgm:cxn modelId="{B2BC4538-2149-49CD-9BC2-66030FE8A308}" srcId="{3BE3A241-5E71-48AA-B2CA-C6DE034BC797}" destId="{BC572E71-2CDC-467E-9BAC-2F834879C02E}" srcOrd="0" destOrd="0" parTransId="{ABEA2A44-DFE2-4CBB-BA33-BF3753AE5B79}" sibTransId="{3A3F8FC1-7E2B-476B-9291-5901ADB33173}"/>
    <dgm:cxn modelId="{5907929D-18F2-44F5-BB90-DEC6E18F9CCE}" type="presOf" srcId="{896F2019-160F-4A8F-A489-A27DE559FE8D}" destId="{708ADF85-58BE-4FD1-9103-C6F151368D56}" srcOrd="0" destOrd="0" presId="urn:microsoft.com/office/officeart/2018/2/layout/IconCircleList"/>
    <dgm:cxn modelId="{85C6A063-8288-4199-B6FA-09F3DBBD36D2}" type="presOf" srcId="{85A5BF6B-694E-449D-A160-3CACCAF38957}" destId="{DF72457F-ABEA-4DA5-AE39-D6BC4E19A61B}" srcOrd="0" destOrd="0" presId="urn:microsoft.com/office/officeart/2018/2/layout/IconCircleList"/>
    <dgm:cxn modelId="{FC6F8EC4-93AB-49C5-83BE-6828FFE6E868}" type="presOf" srcId="{15831F20-7341-4AA5-9087-D01EA8146EDA}" destId="{CBEC0386-272C-4296-9CC2-07184DB71FC1}" srcOrd="0" destOrd="0" presId="urn:microsoft.com/office/officeart/2018/2/layout/IconCircleList"/>
    <dgm:cxn modelId="{314BEEDF-6E85-48F8-B5D0-9C52DD4153C5}" type="presOf" srcId="{3BE3A241-5E71-48AA-B2CA-C6DE034BC797}" destId="{8134DEE1-7FB6-445B-A585-FF9717CC0DB3}" srcOrd="0" destOrd="0" presId="urn:microsoft.com/office/officeart/2018/2/layout/IconCircleList"/>
    <dgm:cxn modelId="{6ACF66B7-79AB-4E8F-B8A2-B846EB0171B8}" type="presOf" srcId="{471E930D-8BC8-4E7C-BDE9-867984AC4909}" destId="{B0E0ACFA-6B7D-4157-A3CA-C9D0DDDB45CA}" srcOrd="0" destOrd="0" presId="urn:microsoft.com/office/officeart/2018/2/layout/IconCircleList"/>
    <dgm:cxn modelId="{D30AA4A0-0C33-4F2D-9397-4BDD7FF47F80}" srcId="{3BE3A241-5E71-48AA-B2CA-C6DE034BC797}" destId="{471E930D-8BC8-4E7C-BDE9-867984AC4909}" srcOrd="3" destOrd="0" parTransId="{4C0BAA48-158B-4940-ADE4-6001B1C7803F}" sibTransId="{A6883ECA-74E2-4B79-98A6-97F1159AD520}"/>
    <dgm:cxn modelId="{CEED94A8-693E-4FF7-A4A4-061DDD42708F}" srcId="{3BE3A241-5E71-48AA-B2CA-C6DE034BC797}" destId="{15831F20-7341-4AA5-9087-D01EA8146EDA}" srcOrd="2" destOrd="0" parTransId="{31346BBD-2940-430A-81EC-70243F1926CA}" sibTransId="{FB46B6C4-C1B6-43B4-8AEB-23F501A79C32}"/>
    <dgm:cxn modelId="{5096AFA2-CE17-4894-A80B-54D8CFFAEF13}" type="presOf" srcId="{3A3F8FC1-7E2B-476B-9291-5901ADB33173}" destId="{04ABF561-7F7F-4F2C-8171-0C7ED8536C33}" srcOrd="0" destOrd="0" presId="urn:microsoft.com/office/officeart/2018/2/layout/IconCircleList"/>
    <dgm:cxn modelId="{635B8293-7842-433B-AAD6-F647A9AED78C}" srcId="{3BE3A241-5E71-48AA-B2CA-C6DE034BC797}" destId="{85A5BF6B-694E-449D-A160-3CACCAF38957}" srcOrd="1" destOrd="0" parTransId="{11B01CF3-8D33-4A75-B7A3-34A0F0E81011}" sibTransId="{896F2019-160F-4A8F-A489-A27DE559FE8D}"/>
    <dgm:cxn modelId="{36C437B5-6A2B-4F1B-A7FE-1F968F032F7D}" type="presOf" srcId="{FB46B6C4-C1B6-43B4-8AEB-23F501A79C32}" destId="{5117230A-3A37-449E-B596-6560088D2BC1}" srcOrd="0" destOrd="0" presId="urn:microsoft.com/office/officeart/2018/2/layout/IconCircleList"/>
    <dgm:cxn modelId="{3F262785-1639-4CAB-9B79-7DADAEDF3E97}" type="presParOf" srcId="{8134DEE1-7FB6-445B-A585-FF9717CC0DB3}" destId="{348A0AC3-BB84-4203-B46F-9122E886DC10}" srcOrd="0" destOrd="0" presId="urn:microsoft.com/office/officeart/2018/2/layout/IconCircleList"/>
    <dgm:cxn modelId="{5119A76B-EFF8-4666-9B96-E5FBCDABC912}" type="presParOf" srcId="{348A0AC3-BB84-4203-B46F-9122E886DC10}" destId="{CC58362A-3844-4AF3-9650-AF45D87DE7FE}" srcOrd="0" destOrd="0" presId="urn:microsoft.com/office/officeart/2018/2/layout/IconCircleList"/>
    <dgm:cxn modelId="{4901CDEA-6475-40E7-9260-44963B2A0859}" type="presParOf" srcId="{CC58362A-3844-4AF3-9650-AF45D87DE7FE}" destId="{1AE44E54-69D3-4541-943E-AF1738E699A0}" srcOrd="0" destOrd="0" presId="urn:microsoft.com/office/officeart/2018/2/layout/IconCircleList"/>
    <dgm:cxn modelId="{307EEC97-C913-404C-A0AE-2E4F43F72141}" type="presParOf" srcId="{CC58362A-3844-4AF3-9650-AF45D87DE7FE}" destId="{78795C7C-929C-44DE-B335-330D0D647565}" srcOrd="1" destOrd="0" presId="urn:microsoft.com/office/officeart/2018/2/layout/IconCircleList"/>
    <dgm:cxn modelId="{4D4F3B0E-47BF-4A61-97F0-C1576703114B}" type="presParOf" srcId="{CC58362A-3844-4AF3-9650-AF45D87DE7FE}" destId="{FF450AE2-C008-48AE-9ADB-80DFA778FA1E}" srcOrd="2" destOrd="0" presId="urn:microsoft.com/office/officeart/2018/2/layout/IconCircleList"/>
    <dgm:cxn modelId="{52DE767A-D59B-4A62-8E5B-AB9D5CF4911A}" type="presParOf" srcId="{CC58362A-3844-4AF3-9650-AF45D87DE7FE}" destId="{A5340F2D-3DAC-406C-8CE5-28B2E39F706E}" srcOrd="3" destOrd="0" presId="urn:microsoft.com/office/officeart/2018/2/layout/IconCircleList"/>
    <dgm:cxn modelId="{3EBD9DA8-C5A2-46E5-8329-D1EE7C0281EC}" type="presParOf" srcId="{348A0AC3-BB84-4203-B46F-9122E886DC10}" destId="{04ABF561-7F7F-4F2C-8171-0C7ED8536C33}" srcOrd="1" destOrd="0" presId="urn:microsoft.com/office/officeart/2018/2/layout/IconCircleList"/>
    <dgm:cxn modelId="{F664A766-80B1-4BDC-9F3D-F1F93F0A8321}" type="presParOf" srcId="{348A0AC3-BB84-4203-B46F-9122E886DC10}" destId="{0E79F1EF-804E-4496-B3EE-A9123C2C3DA9}" srcOrd="2" destOrd="0" presId="urn:microsoft.com/office/officeart/2018/2/layout/IconCircleList"/>
    <dgm:cxn modelId="{178CA2D6-F2E1-4993-A04A-0DE88C664655}" type="presParOf" srcId="{0E79F1EF-804E-4496-B3EE-A9123C2C3DA9}" destId="{FE03F379-87AF-4F48-B516-92CAD2E56BDC}" srcOrd="0" destOrd="0" presId="urn:microsoft.com/office/officeart/2018/2/layout/IconCircleList"/>
    <dgm:cxn modelId="{C717FD6E-BBED-4FAA-979A-DCB5004E8C75}" type="presParOf" srcId="{0E79F1EF-804E-4496-B3EE-A9123C2C3DA9}" destId="{F9E90426-0B0F-4554-8A18-6D3CBFAB1344}" srcOrd="1" destOrd="0" presId="urn:microsoft.com/office/officeart/2018/2/layout/IconCircleList"/>
    <dgm:cxn modelId="{612C5EA0-2769-42ED-8FF2-89AE6F20E692}" type="presParOf" srcId="{0E79F1EF-804E-4496-B3EE-A9123C2C3DA9}" destId="{2FC7A90D-DC36-4EA7-9CCC-B3B3CF3AFBF5}" srcOrd="2" destOrd="0" presId="urn:microsoft.com/office/officeart/2018/2/layout/IconCircleList"/>
    <dgm:cxn modelId="{F6B6E8FB-81A8-43FC-97A1-0FB3B4F87D08}" type="presParOf" srcId="{0E79F1EF-804E-4496-B3EE-A9123C2C3DA9}" destId="{DF72457F-ABEA-4DA5-AE39-D6BC4E19A61B}" srcOrd="3" destOrd="0" presId="urn:microsoft.com/office/officeart/2018/2/layout/IconCircleList"/>
    <dgm:cxn modelId="{5CF013D5-91FE-4B52-A18C-C5DAEDCF7C6E}" type="presParOf" srcId="{348A0AC3-BB84-4203-B46F-9122E886DC10}" destId="{708ADF85-58BE-4FD1-9103-C6F151368D56}" srcOrd="3" destOrd="0" presId="urn:microsoft.com/office/officeart/2018/2/layout/IconCircleList"/>
    <dgm:cxn modelId="{0B6185C4-27B8-431D-808E-3587C0A000A4}" type="presParOf" srcId="{348A0AC3-BB84-4203-B46F-9122E886DC10}" destId="{18BA12A4-1912-4132-B077-536D6250F0C4}" srcOrd="4" destOrd="0" presId="urn:microsoft.com/office/officeart/2018/2/layout/IconCircleList"/>
    <dgm:cxn modelId="{9C99D7A5-8292-4E1A-8A61-B8DA608CA8CD}" type="presParOf" srcId="{18BA12A4-1912-4132-B077-536D6250F0C4}" destId="{E41ED638-EE34-407F-9ADC-D91C393C3A7E}" srcOrd="0" destOrd="0" presId="urn:microsoft.com/office/officeart/2018/2/layout/IconCircleList"/>
    <dgm:cxn modelId="{E4256BFE-CCA7-4092-BEC6-6654A9E62EBF}" type="presParOf" srcId="{18BA12A4-1912-4132-B077-536D6250F0C4}" destId="{8B42F006-B795-4C37-8A25-ACE0E45FEFBA}" srcOrd="1" destOrd="0" presId="urn:microsoft.com/office/officeart/2018/2/layout/IconCircleList"/>
    <dgm:cxn modelId="{7D2CA93F-0549-41B5-8B53-EC2A42F2B87E}" type="presParOf" srcId="{18BA12A4-1912-4132-B077-536D6250F0C4}" destId="{2A9D14C5-0726-45B5-A948-332F84291DC3}" srcOrd="2" destOrd="0" presId="urn:microsoft.com/office/officeart/2018/2/layout/IconCircleList"/>
    <dgm:cxn modelId="{F496E5B3-9032-4158-A7F8-72C9AB439BE2}" type="presParOf" srcId="{18BA12A4-1912-4132-B077-536D6250F0C4}" destId="{CBEC0386-272C-4296-9CC2-07184DB71FC1}" srcOrd="3" destOrd="0" presId="urn:microsoft.com/office/officeart/2018/2/layout/IconCircleList"/>
    <dgm:cxn modelId="{25EDCD92-A6E0-425B-A9DB-B0CB25326B22}" type="presParOf" srcId="{348A0AC3-BB84-4203-B46F-9122E886DC10}" destId="{5117230A-3A37-449E-B596-6560088D2BC1}" srcOrd="5" destOrd="0" presId="urn:microsoft.com/office/officeart/2018/2/layout/IconCircleList"/>
    <dgm:cxn modelId="{29F01083-69FF-45B8-A768-F12B9DF67AAA}" type="presParOf" srcId="{348A0AC3-BB84-4203-B46F-9122E886DC10}" destId="{BCF452C0-3F0B-45A9-A8C1-B5F84AAFBA8F}" srcOrd="6" destOrd="0" presId="urn:microsoft.com/office/officeart/2018/2/layout/IconCircleList"/>
    <dgm:cxn modelId="{AA9D0051-4601-4C5F-8025-7EB3AC0E1FBF}" type="presParOf" srcId="{BCF452C0-3F0B-45A9-A8C1-B5F84AAFBA8F}" destId="{85968F9C-711D-4B33-96DA-3D1D22844E23}" srcOrd="0" destOrd="0" presId="urn:microsoft.com/office/officeart/2018/2/layout/IconCircleList"/>
    <dgm:cxn modelId="{A99B40CB-04D1-4832-8098-E4E51869A5EF}" type="presParOf" srcId="{BCF452C0-3F0B-45A9-A8C1-B5F84AAFBA8F}" destId="{8963832C-A729-4160-95A5-40444218F4CE}" srcOrd="1" destOrd="0" presId="urn:microsoft.com/office/officeart/2018/2/layout/IconCircleList"/>
    <dgm:cxn modelId="{61C8C2C0-97A9-4EAA-995A-7006460E80B5}" type="presParOf" srcId="{BCF452C0-3F0B-45A9-A8C1-B5F84AAFBA8F}" destId="{42D8362F-2F35-4508-81D2-4EF2769FBB07}" srcOrd="2" destOrd="0" presId="urn:microsoft.com/office/officeart/2018/2/layout/IconCircleList"/>
    <dgm:cxn modelId="{69549721-5EC5-4C23-8448-4370153F348B}" type="presParOf" srcId="{BCF452C0-3F0B-45A9-A8C1-B5F84AAFBA8F}" destId="{B0E0ACFA-6B7D-4157-A3CA-C9D0DDDB45C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178CFDC-8C25-4910-8E5E-F2A34202BEC3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7B796E-C8A5-4455-B53F-59BC04DCB0A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CPU: ARM-based processor.</a:t>
          </a:r>
        </a:p>
      </dgm:t>
    </dgm:pt>
    <dgm:pt modelId="{8FA3CE5D-DB9A-4148-9B6F-63D060C2B835}" type="parTrans" cxnId="{1B110DD4-C5E9-480C-B4F1-32644F88ADDD}">
      <dgm:prSet/>
      <dgm:spPr/>
      <dgm:t>
        <a:bodyPr/>
        <a:lstStyle/>
        <a:p>
          <a:endParaRPr lang="en-US"/>
        </a:p>
      </dgm:t>
    </dgm:pt>
    <dgm:pt modelId="{610F62E9-1ADF-410E-B75E-C86BE0D94351}" type="sibTrans" cxnId="{1B110DD4-C5E9-480C-B4F1-32644F88ADDD}">
      <dgm:prSet/>
      <dgm:spPr/>
      <dgm:t>
        <a:bodyPr/>
        <a:lstStyle/>
        <a:p>
          <a:endParaRPr lang="en-US"/>
        </a:p>
      </dgm:t>
    </dgm:pt>
    <dgm:pt modelId="{4861B654-2EA9-40AB-8CF7-91AA26AA6A8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RAM: 512 MB – 8 GB depending on model.</a:t>
          </a:r>
        </a:p>
      </dgm:t>
    </dgm:pt>
    <dgm:pt modelId="{DBDC98BB-79A3-4913-BAC7-21D1F01BB3F6}" type="parTrans" cxnId="{B371A69A-04FF-482C-8095-401E81BC4C8E}">
      <dgm:prSet/>
      <dgm:spPr/>
      <dgm:t>
        <a:bodyPr/>
        <a:lstStyle/>
        <a:p>
          <a:endParaRPr lang="en-US"/>
        </a:p>
      </dgm:t>
    </dgm:pt>
    <dgm:pt modelId="{A7B3A6DF-7152-473E-8C88-AEF92238B1A2}" type="sibTrans" cxnId="{B371A69A-04FF-482C-8095-401E81BC4C8E}">
      <dgm:prSet/>
      <dgm:spPr/>
      <dgm:t>
        <a:bodyPr/>
        <a:lstStyle/>
        <a:p>
          <a:endParaRPr lang="en-US"/>
        </a:p>
      </dgm:t>
    </dgm:pt>
    <dgm:pt modelId="{49FD4F62-DFEF-46DA-910A-FFA2C8ACED6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Ports: HDMI, USB, audio jack, Ethernet, camera interface.</a:t>
          </a:r>
        </a:p>
      </dgm:t>
    </dgm:pt>
    <dgm:pt modelId="{6742BBEB-38FA-4EF3-8021-CBA5316E6EEE}" type="parTrans" cxnId="{AB058F62-BD9A-4027-BFB0-0EDF64FD5832}">
      <dgm:prSet/>
      <dgm:spPr/>
      <dgm:t>
        <a:bodyPr/>
        <a:lstStyle/>
        <a:p>
          <a:endParaRPr lang="en-US"/>
        </a:p>
      </dgm:t>
    </dgm:pt>
    <dgm:pt modelId="{98080082-C2FE-46F1-874D-C58A6CE7B274}" type="sibTrans" cxnId="{AB058F62-BD9A-4027-BFB0-0EDF64FD5832}">
      <dgm:prSet/>
      <dgm:spPr/>
      <dgm:t>
        <a:bodyPr/>
        <a:lstStyle/>
        <a:p>
          <a:endParaRPr lang="en-US"/>
        </a:p>
      </dgm:t>
    </dgm:pt>
    <dgm:pt modelId="{DA42219D-3B48-4016-91C2-23E4C6020CB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GPIO (40-pin) for hardware interfacing.</a:t>
          </a:r>
        </a:p>
      </dgm:t>
    </dgm:pt>
    <dgm:pt modelId="{D113BD9B-1847-4B07-A465-E51B38C5295C}" type="parTrans" cxnId="{C8095101-EEEF-4204-90DE-811158AC6051}">
      <dgm:prSet/>
      <dgm:spPr/>
      <dgm:t>
        <a:bodyPr/>
        <a:lstStyle/>
        <a:p>
          <a:endParaRPr lang="en-US"/>
        </a:p>
      </dgm:t>
    </dgm:pt>
    <dgm:pt modelId="{E1E7386E-02F4-4A09-941C-406AF635F2E5}" type="sibTrans" cxnId="{C8095101-EEEF-4204-90DE-811158AC6051}">
      <dgm:prSet/>
      <dgm:spPr/>
      <dgm:t>
        <a:bodyPr/>
        <a:lstStyle/>
        <a:p>
          <a:endParaRPr lang="en-US"/>
        </a:p>
      </dgm:t>
    </dgm:pt>
    <dgm:pt modelId="{46D54B6E-B71A-42B4-B4FE-3129B7610DE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Storage via micro-SD card.</a:t>
          </a:r>
        </a:p>
      </dgm:t>
    </dgm:pt>
    <dgm:pt modelId="{5F6A6AA8-3CCC-4DA5-8E3F-5B2532C16B78}" type="parTrans" cxnId="{DDDADCE6-F144-41FB-A111-CA244D53A5AD}">
      <dgm:prSet/>
      <dgm:spPr/>
      <dgm:t>
        <a:bodyPr/>
        <a:lstStyle/>
        <a:p>
          <a:endParaRPr lang="en-US"/>
        </a:p>
      </dgm:t>
    </dgm:pt>
    <dgm:pt modelId="{AE64A52C-26BB-47AC-BA44-DCB44A867977}" type="sibTrans" cxnId="{DDDADCE6-F144-41FB-A111-CA244D53A5AD}">
      <dgm:prSet/>
      <dgm:spPr/>
      <dgm:t>
        <a:bodyPr/>
        <a:lstStyle/>
        <a:p>
          <a:endParaRPr lang="en-US"/>
        </a:p>
      </dgm:t>
    </dgm:pt>
    <dgm:pt modelId="{FEE64663-76C6-4D56-A372-074DAF3B90B3}" type="pres">
      <dgm:prSet presAssocID="{3178CFDC-8C25-4910-8E5E-F2A34202BEC3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E5A1CC1-9BFC-4140-AA46-4C24BF3FAE4E}" type="pres">
      <dgm:prSet presAssocID="{197B796E-C8A5-4455-B53F-59BC04DCB0AC}" presName="compNode" presStyleCnt="0"/>
      <dgm:spPr/>
    </dgm:pt>
    <dgm:pt modelId="{8853A4BC-6FCB-490B-ACD0-62DD50C6FF47}" type="pres">
      <dgm:prSet presAssocID="{197B796E-C8A5-4455-B53F-59BC04DCB0AC}" presName="iconBgRect" presStyleLbl="bgShp" presStyleIdx="0" presStyleCnt="5"/>
      <dgm:spPr/>
    </dgm:pt>
    <dgm:pt modelId="{52C03789-A32D-43DC-8015-8A6FC727D857}" type="pres">
      <dgm:prSet presAssocID="{197B796E-C8A5-4455-B53F-59BC04DCB0A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xmlns="" id="0" name="" descr="Processor"/>
        </a:ext>
      </dgm:extLst>
    </dgm:pt>
    <dgm:pt modelId="{D503D64B-5C53-47D1-BAD6-E35476DDCE2B}" type="pres">
      <dgm:prSet presAssocID="{197B796E-C8A5-4455-B53F-59BC04DCB0AC}" presName="spaceRect" presStyleCnt="0"/>
      <dgm:spPr/>
    </dgm:pt>
    <dgm:pt modelId="{892E5880-F97B-4836-8AE9-73F0B14275A8}" type="pres">
      <dgm:prSet presAssocID="{197B796E-C8A5-4455-B53F-59BC04DCB0AC}" presName="textRect" presStyleLbl="revTx" presStyleIdx="0" presStyleCnt="5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BC65F558-A3D8-45F4-8E78-FE4A3BF5070C}" type="pres">
      <dgm:prSet presAssocID="{610F62E9-1ADF-410E-B75E-C86BE0D94351}" presName="sibTrans" presStyleCnt="0"/>
      <dgm:spPr/>
    </dgm:pt>
    <dgm:pt modelId="{34436771-34E7-422A-B2E8-F173D229A84E}" type="pres">
      <dgm:prSet presAssocID="{4861B654-2EA9-40AB-8CF7-91AA26AA6A80}" presName="compNode" presStyleCnt="0"/>
      <dgm:spPr/>
    </dgm:pt>
    <dgm:pt modelId="{0759235B-A6C2-4B59-AD0D-AFF55A60CA0D}" type="pres">
      <dgm:prSet presAssocID="{4861B654-2EA9-40AB-8CF7-91AA26AA6A80}" presName="iconBgRect" presStyleLbl="bgShp" presStyleIdx="1" presStyleCnt="5"/>
      <dgm:spPr/>
    </dgm:pt>
    <dgm:pt modelId="{C593AFA5-4488-4039-8326-299AF73D99CB}" type="pres">
      <dgm:prSet presAssocID="{4861B654-2EA9-40AB-8CF7-91AA26AA6A8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xmlns="" id="0" name="" descr="Computer"/>
        </a:ext>
      </dgm:extLst>
    </dgm:pt>
    <dgm:pt modelId="{FC6D5EA1-1201-40F7-8F87-59489751502B}" type="pres">
      <dgm:prSet presAssocID="{4861B654-2EA9-40AB-8CF7-91AA26AA6A80}" presName="spaceRect" presStyleCnt="0"/>
      <dgm:spPr/>
    </dgm:pt>
    <dgm:pt modelId="{3E1D05CC-AB2D-4E4F-862C-9438B47FB97C}" type="pres">
      <dgm:prSet presAssocID="{4861B654-2EA9-40AB-8CF7-91AA26AA6A80}" presName="textRect" presStyleLbl="revTx" presStyleIdx="1" presStyleCnt="5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FA7D4A87-3BF4-49D1-A58E-87D946FDF78D}" type="pres">
      <dgm:prSet presAssocID="{A7B3A6DF-7152-473E-8C88-AEF92238B1A2}" presName="sibTrans" presStyleCnt="0"/>
      <dgm:spPr/>
    </dgm:pt>
    <dgm:pt modelId="{E0066817-CA25-407B-B467-F19C94955F60}" type="pres">
      <dgm:prSet presAssocID="{49FD4F62-DFEF-46DA-910A-FFA2C8ACED65}" presName="compNode" presStyleCnt="0"/>
      <dgm:spPr/>
    </dgm:pt>
    <dgm:pt modelId="{F96E5EDE-82F7-492F-884A-2BBDF61EDC92}" type="pres">
      <dgm:prSet presAssocID="{49FD4F62-DFEF-46DA-910A-FFA2C8ACED65}" presName="iconBgRect" presStyleLbl="bgShp" presStyleIdx="2" presStyleCnt="5"/>
      <dgm:spPr/>
    </dgm:pt>
    <dgm:pt modelId="{0231CA82-D0F6-4B15-8AFB-D8047C6C4A00}" type="pres">
      <dgm:prSet presAssocID="{49FD4F62-DFEF-46DA-910A-FFA2C8ACED6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xmlns="" id="0" name="" descr="DVD player"/>
        </a:ext>
      </dgm:extLst>
    </dgm:pt>
    <dgm:pt modelId="{7981C197-256D-4608-9647-16E6D2B5FE1E}" type="pres">
      <dgm:prSet presAssocID="{49FD4F62-DFEF-46DA-910A-FFA2C8ACED65}" presName="spaceRect" presStyleCnt="0"/>
      <dgm:spPr/>
    </dgm:pt>
    <dgm:pt modelId="{20D29EFE-1CD9-4BB3-8549-21415BB3592D}" type="pres">
      <dgm:prSet presAssocID="{49FD4F62-DFEF-46DA-910A-FFA2C8ACED65}" presName="textRect" presStyleLbl="revTx" presStyleIdx="2" presStyleCnt="5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DCDEB1C4-1912-46F9-A271-E876C0B457FD}" type="pres">
      <dgm:prSet presAssocID="{98080082-C2FE-46F1-874D-C58A6CE7B274}" presName="sibTrans" presStyleCnt="0"/>
      <dgm:spPr/>
    </dgm:pt>
    <dgm:pt modelId="{5D90A3C3-08A5-48A4-A1B2-5EF79B199D85}" type="pres">
      <dgm:prSet presAssocID="{DA42219D-3B48-4016-91C2-23E4C6020CB9}" presName="compNode" presStyleCnt="0"/>
      <dgm:spPr/>
    </dgm:pt>
    <dgm:pt modelId="{09436C1F-E905-4260-B186-57A5D44EC872}" type="pres">
      <dgm:prSet presAssocID="{DA42219D-3B48-4016-91C2-23E4C6020CB9}" presName="iconBgRect" presStyleLbl="bgShp" presStyleIdx="3" presStyleCnt="5"/>
      <dgm:spPr/>
    </dgm:pt>
    <dgm:pt modelId="{3DF8A410-2633-4B40-B41D-2684BE30A973}" type="pres">
      <dgm:prSet presAssocID="{DA42219D-3B48-4016-91C2-23E4C6020CB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xmlns="" id="0" name="" descr="Crab"/>
        </a:ext>
      </dgm:extLst>
    </dgm:pt>
    <dgm:pt modelId="{5DC3E872-876B-4B58-9383-B1DF1A735ADA}" type="pres">
      <dgm:prSet presAssocID="{DA42219D-3B48-4016-91C2-23E4C6020CB9}" presName="spaceRect" presStyleCnt="0"/>
      <dgm:spPr/>
    </dgm:pt>
    <dgm:pt modelId="{F20490BC-2A14-4794-8BC7-7CF0645DE338}" type="pres">
      <dgm:prSet presAssocID="{DA42219D-3B48-4016-91C2-23E4C6020CB9}" presName="textRect" presStyleLbl="revTx" presStyleIdx="3" presStyleCnt="5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97ABB215-CC16-4DA0-82A3-150AA21D7862}" type="pres">
      <dgm:prSet presAssocID="{E1E7386E-02F4-4A09-941C-406AF635F2E5}" presName="sibTrans" presStyleCnt="0"/>
      <dgm:spPr/>
    </dgm:pt>
    <dgm:pt modelId="{38732AF6-5D3D-4811-8CC8-6ED05CFD0EDD}" type="pres">
      <dgm:prSet presAssocID="{46D54B6E-B71A-42B4-B4FE-3129B7610DE0}" presName="compNode" presStyleCnt="0"/>
      <dgm:spPr/>
    </dgm:pt>
    <dgm:pt modelId="{7DB91D26-638F-4B9E-8A27-728588D2EE39}" type="pres">
      <dgm:prSet presAssocID="{46D54B6E-B71A-42B4-B4FE-3129B7610DE0}" presName="iconBgRect" presStyleLbl="bgShp" presStyleIdx="4" presStyleCnt="5"/>
      <dgm:spPr/>
    </dgm:pt>
    <dgm:pt modelId="{5769B1C7-AD87-4E76-A862-9EB3AF5DD402}" type="pres">
      <dgm:prSet presAssocID="{46D54B6E-B71A-42B4-B4FE-3129B7610DE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xmlns="" id="0" name="" descr="Database"/>
        </a:ext>
      </dgm:extLst>
    </dgm:pt>
    <dgm:pt modelId="{2F23DCE4-1C03-4063-8FA9-B7E69B767D8B}" type="pres">
      <dgm:prSet presAssocID="{46D54B6E-B71A-42B4-B4FE-3129B7610DE0}" presName="spaceRect" presStyleCnt="0"/>
      <dgm:spPr/>
    </dgm:pt>
    <dgm:pt modelId="{2FBE1E34-49C0-4840-B86F-E8DF3290285F}" type="pres">
      <dgm:prSet presAssocID="{46D54B6E-B71A-42B4-B4FE-3129B7610DE0}" presName="textRect" presStyleLbl="revTx" presStyleIdx="4" presStyleCnt="5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B058F62-BD9A-4027-BFB0-0EDF64FD5832}" srcId="{3178CFDC-8C25-4910-8E5E-F2A34202BEC3}" destId="{49FD4F62-DFEF-46DA-910A-FFA2C8ACED65}" srcOrd="2" destOrd="0" parTransId="{6742BBEB-38FA-4EF3-8021-CBA5316E6EEE}" sibTransId="{98080082-C2FE-46F1-874D-C58A6CE7B274}"/>
    <dgm:cxn modelId="{DDDADCE6-F144-41FB-A111-CA244D53A5AD}" srcId="{3178CFDC-8C25-4910-8E5E-F2A34202BEC3}" destId="{46D54B6E-B71A-42B4-B4FE-3129B7610DE0}" srcOrd="4" destOrd="0" parTransId="{5F6A6AA8-3CCC-4DA5-8E3F-5B2532C16B78}" sibTransId="{AE64A52C-26BB-47AC-BA44-DCB44A867977}"/>
    <dgm:cxn modelId="{1B110DD4-C5E9-480C-B4F1-32644F88ADDD}" srcId="{3178CFDC-8C25-4910-8E5E-F2A34202BEC3}" destId="{197B796E-C8A5-4455-B53F-59BC04DCB0AC}" srcOrd="0" destOrd="0" parTransId="{8FA3CE5D-DB9A-4148-9B6F-63D060C2B835}" sibTransId="{610F62E9-1ADF-410E-B75E-C86BE0D94351}"/>
    <dgm:cxn modelId="{D6B7015E-05FD-44B1-8A2C-D93C38ED135E}" type="presOf" srcId="{3178CFDC-8C25-4910-8E5E-F2A34202BEC3}" destId="{FEE64663-76C6-4D56-A372-074DAF3B90B3}" srcOrd="0" destOrd="0" presId="urn:microsoft.com/office/officeart/2018/5/layout/IconCircleLabelList"/>
    <dgm:cxn modelId="{39A44F79-A6C7-49AD-9E02-89A81178F485}" type="presOf" srcId="{197B796E-C8A5-4455-B53F-59BC04DCB0AC}" destId="{892E5880-F97B-4836-8AE9-73F0B14275A8}" srcOrd="0" destOrd="0" presId="urn:microsoft.com/office/officeart/2018/5/layout/IconCircleLabelList"/>
    <dgm:cxn modelId="{61F94F04-3CDD-4309-AFF0-FC4BA7222D46}" type="presOf" srcId="{46D54B6E-B71A-42B4-B4FE-3129B7610DE0}" destId="{2FBE1E34-49C0-4840-B86F-E8DF3290285F}" srcOrd="0" destOrd="0" presId="urn:microsoft.com/office/officeart/2018/5/layout/IconCircleLabelList"/>
    <dgm:cxn modelId="{69CE55B5-0448-4522-B976-5618981524C2}" type="presOf" srcId="{49FD4F62-DFEF-46DA-910A-FFA2C8ACED65}" destId="{20D29EFE-1CD9-4BB3-8549-21415BB3592D}" srcOrd="0" destOrd="0" presId="urn:microsoft.com/office/officeart/2018/5/layout/IconCircleLabelList"/>
    <dgm:cxn modelId="{B371A69A-04FF-482C-8095-401E81BC4C8E}" srcId="{3178CFDC-8C25-4910-8E5E-F2A34202BEC3}" destId="{4861B654-2EA9-40AB-8CF7-91AA26AA6A80}" srcOrd="1" destOrd="0" parTransId="{DBDC98BB-79A3-4913-BAC7-21D1F01BB3F6}" sibTransId="{A7B3A6DF-7152-473E-8C88-AEF92238B1A2}"/>
    <dgm:cxn modelId="{687684D4-8FF2-4CAA-9967-42779167CDC5}" type="presOf" srcId="{4861B654-2EA9-40AB-8CF7-91AA26AA6A80}" destId="{3E1D05CC-AB2D-4E4F-862C-9438B47FB97C}" srcOrd="0" destOrd="0" presId="urn:microsoft.com/office/officeart/2018/5/layout/IconCircleLabelList"/>
    <dgm:cxn modelId="{C8095101-EEEF-4204-90DE-811158AC6051}" srcId="{3178CFDC-8C25-4910-8E5E-F2A34202BEC3}" destId="{DA42219D-3B48-4016-91C2-23E4C6020CB9}" srcOrd="3" destOrd="0" parTransId="{D113BD9B-1847-4B07-A465-E51B38C5295C}" sibTransId="{E1E7386E-02F4-4A09-941C-406AF635F2E5}"/>
    <dgm:cxn modelId="{EBEDE1FE-C11E-4E5A-B760-09A941CC658E}" type="presOf" srcId="{DA42219D-3B48-4016-91C2-23E4C6020CB9}" destId="{F20490BC-2A14-4794-8BC7-7CF0645DE338}" srcOrd="0" destOrd="0" presId="urn:microsoft.com/office/officeart/2018/5/layout/IconCircleLabelList"/>
    <dgm:cxn modelId="{1B0D7A7D-F9CF-4DBD-9171-9C4BF5F07F49}" type="presParOf" srcId="{FEE64663-76C6-4D56-A372-074DAF3B90B3}" destId="{FE5A1CC1-9BFC-4140-AA46-4C24BF3FAE4E}" srcOrd="0" destOrd="0" presId="urn:microsoft.com/office/officeart/2018/5/layout/IconCircleLabelList"/>
    <dgm:cxn modelId="{DEDDA0CA-4B19-49DB-A655-681DCBDFB6FC}" type="presParOf" srcId="{FE5A1CC1-9BFC-4140-AA46-4C24BF3FAE4E}" destId="{8853A4BC-6FCB-490B-ACD0-62DD50C6FF47}" srcOrd="0" destOrd="0" presId="urn:microsoft.com/office/officeart/2018/5/layout/IconCircleLabelList"/>
    <dgm:cxn modelId="{4C2E9700-7676-4492-9314-43D4E8F872F0}" type="presParOf" srcId="{FE5A1CC1-9BFC-4140-AA46-4C24BF3FAE4E}" destId="{52C03789-A32D-43DC-8015-8A6FC727D857}" srcOrd="1" destOrd="0" presId="urn:microsoft.com/office/officeart/2018/5/layout/IconCircleLabelList"/>
    <dgm:cxn modelId="{6A0AF47B-5855-45B1-BC5F-A6F8227C12DA}" type="presParOf" srcId="{FE5A1CC1-9BFC-4140-AA46-4C24BF3FAE4E}" destId="{D503D64B-5C53-47D1-BAD6-E35476DDCE2B}" srcOrd="2" destOrd="0" presId="urn:microsoft.com/office/officeart/2018/5/layout/IconCircleLabelList"/>
    <dgm:cxn modelId="{9AF7E52C-32D5-447B-874E-1A23DAA11B33}" type="presParOf" srcId="{FE5A1CC1-9BFC-4140-AA46-4C24BF3FAE4E}" destId="{892E5880-F97B-4836-8AE9-73F0B14275A8}" srcOrd="3" destOrd="0" presId="urn:microsoft.com/office/officeart/2018/5/layout/IconCircleLabelList"/>
    <dgm:cxn modelId="{7D6E1117-0916-4860-98DB-3AF12E73F270}" type="presParOf" srcId="{FEE64663-76C6-4D56-A372-074DAF3B90B3}" destId="{BC65F558-A3D8-45F4-8E78-FE4A3BF5070C}" srcOrd="1" destOrd="0" presId="urn:microsoft.com/office/officeart/2018/5/layout/IconCircleLabelList"/>
    <dgm:cxn modelId="{789946CD-B094-4171-A077-136AC3CB787D}" type="presParOf" srcId="{FEE64663-76C6-4D56-A372-074DAF3B90B3}" destId="{34436771-34E7-422A-B2E8-F173D229A84E}" srcOrd="2" destOrd="0" presId="urn:microsoft.com/office/officeart/2018/5/layout/IconCircleLabelList"/>
    <dgm:cxn modelId="{9115EDE9-604A-4A68-BCB3-B558CDF39D7C}" type="presParOf" srcId="{34436771-34E7-422A-B2E8-F173D229A84E}" destId="{0759235B-A6C2-4B59-AD0D-AFF55A60CA0D}" srcOrd="0" destOrd="0" presId="urn:microsoft.com/office/officeart/2018/5/layout/IconCircleLabelList"/>
    <dgm:cxn modelId="{DD697A24-A4B2-473D-B833-667F6F1AE203}" type="presParOf" srcId="{34436771-34E7-422A-B2E8-F173D229A84E}" destId="{C593AFA5-4488-4039-8326-299AF73D99CB}" srcOrd="1" destOrd="0" presId="urn:microsoft.com/office/officeart/2018/5/layout/IconCircleLabelList"/>
    <dgm:cxn modelId="{69841597-1E5B-4BCD-A4B6-49FAD39E8D95}" type="presParOf" srcId="{34436771-34E7-422A-B2E8-F173D229A84E}" destId="{FC6D5EA1-1201-40F7-8F87-59489751502B}" srcOrd="2" destOrd="0" presId="urn:microsoft.com/office/officeart/2018/5/layout/IconCircleLabelList"/>
    <dgm:cxn modelId="{2B654D5C-F577-4B85-B641-C3BD4C551B16}" type="presParOf" srcId="{34436771-34E7-422A-B2E8-F173D229A84E}" destId="{3E1D05CC-AB2D-4E4F-862C-9438B47FB97C}" srcOrd="3" destOrd="0" presId="urn:microsoft.com/office/officeart/2018/5/layout/IconCircleLabelList"/>
    <dgm:cxn modelId="{12FEAA08-B9BE-4A0B-B240-CB7DE62C6806}" type="presParOf" srcId="{FEE64663-76C6-4D56-A372-074DAF3B90B3}" destId="{FA7D4A87-3BF4-49D1-A58E-87D946FDF78D}" srcOrd="3" destOrd="0" presId="urn:microsoft.com/office/officeart/2018/5/layout/IconCircleLabelList"/>
    <dgm:cxn modelId="{B0302150-2543-483F-AA59-5DD1B387AA7C}" type="presParOf" srcId="{FEE64663-76C6-4D56-A372-074DAF3B90B3}" destId="{E0066817-CA25-407B-B467-F19C94955F60}" srcOrd="4" destOrd="0" presId="urn:microsoft.com/office/officeart/2018/5/layout/IconCircleLabelList"/>
    <dgm:cxn modelId="{D9F80202-155E-4E10-A3BA-3E1898A9C4DE}" type="presParOf" srcId="{E0066817-CA25-407B-B467-F19C94955F60}" destId="{F96E5EDE-82F7-492F-884A-2BBDF61EDC92}" srcOrd="0" destOrd="0" presId="urn:microsoft.com/office/officeart/2018/5/layout/IconCircleLabelList"/>
    <dgm:cxn modelId="{25CBBF5D-6127-49F1-A9A6-B66AC7F0E7DD}" type="presParOf" srcId="{E0066817-CA25-407B-B467-F19C94955F60}" destId="{0231CA82-D0F6-4B15-8AFB-D8047C6C4A00}" srcOrd="1" destOrd="0" presId="urn:microsoft.com/office/officeart/2018/5/layout/IconCircleLabelList"/>
    <dgm:cxn modelId="{39FB45BC-8F09-4784-8FEB-0B476EDB9A89}" type="presParOf" srcId="{E0066817-CA25-407B-B467-F19C94955F60}" destId="{7981C197-256D-4608-9647-16E6D2B5FE1E}" srcOrd="2" destOrd="0" presId="urn:microsoft.com/office/officeart/2018/5/layout/IconCircleLabelList"/>
    <dgm:cxn modelId="{83330A94-26B0-40AB-A525-62D37515F877}" type="presParOf" srcId="{E0066817-CA25-407B-B467-F19C94955F60}" destId="{20D29EFE-1CD9-4BB3-8549-21415BB3592D}" srcOrd="3" destOrd="0" presId="urn:microsoft.com/office/officeart/2018/5/layout/IconCircleLabelList"/>
    <dgm:cxn modelId="{8ECF9F24-4FA9-462C-AC60-C8924BE88547}" type="presParOf" srcId="{FEE64663-76C6-4D56-A372-074DAF3B90B3}" destId="{DCDEB1C4-1912-46F9-A271-E876C0B457FD}" srcOrd="5" destOrd="0" presId="urn:microsoft.com/office/officeart/2018/5/layout/IconCircleLabelList"/>
    <dgm:cxn modelId="{0826706D-DAFE-4C95-AF9C-9ECFBFD317C9}" type="presParOf" srcId="{FEE64663-76C6-4D56-A372-074DAF3B90B3}" destId="{5D90A3C3-08A5-48A4-A1B2-5EF79B199D85}" srcOrd="6" destOrd="0" presId="urn:microsoft.com/office/officeart/2018/5/layout/IconCircleLabelList"/>
    <dgm:cxn modelId="{DF445D5D-7ECD-4E2A-AE0C-602CAD91B445}" type="presParOf" srcId="{5D90A3C3-08A5-48A4-A1B2-5EF79B199D85}" destId="{09436C1F-E905-4260-B186-57A5D44EC872}" srcOrd="0" destOrd="0" presId="urn:microsoft.com/office/officeart/2018/5/layout/IconCircleLabelList"/>
    <dgm:cxn modelId="{0C89A773-FC0C-4DD2-A1F2-3BA84CF732A1}" type="presParOf" srcId="{5D90A3C3-08A5-48A4-A1B2-5EF79B199D85}" destId="{3DF8A410-2633-4B40-B41D-2684BE30A973}" srcOrd="1" destOrd="0" presId="urn:microsoft.com/office/officeart/2018/5/layout/IconCircleLabelList"/>
    <dgm:cxn modelId="{A642818C-0E50-4261-B246-2E371D5A0A4C}" type="presParOf" srcId="{5D90A3C3-08A5-48A4-A1B2-5EF79B199D85}" destId="{5DC3E872-876B-4B58-9383-B1DF1A735ADA}" srcOrd="2" destOrd="0" presId="urn:microsoft.com/office/officeart/2018/5/layout/IconCircleLabelList"/>
    <dgm:cxn modelId="{4259C175-4A1E-4B93-9F32-6F9DEB40D166}" type="presParOf" srcId="{5D90A3C3-08A5-48A4-A1B2-5EF79B199D85}" destId="{F20490BC-2A14-4794-8BC7-7CF0645DE338}" srcOrd="3" destOrd="0" presId="urn:microsoft.com/office/officeart/2018/5/layout/IconCircleLabelList"/>
    <dgm:cxn modelId="{C78319EB-5C25-4BF6-A071-A16B2E36E8F5}" type="presParOf" srcId="{FEE64663-76C6-4D56-A372-074DAF3B90B3}" destId="{97ABB215-CC16-4DA0-82A3-150AA21D7862}" srcOrd="7" destOrd="0" presId="urn:microsoft.com/office/officeart/2018/5/layout/IconCircleLabelList"/>
    <dgm:cxn modelId="{4DD7AA3A-CC2E-49E0-BC37-4FB4838F8A14}" type="presParOf" srcId="{FEE64663-76C6-4D56-A372-074DAF3B90B3}" destId="{38732AF6-5D3D-4811-8CC8-6ED05CFD0EDD}" srcOrd="8" destOrd="0" presId="urn:microsoft.com/office/officeart/2018/5/layout/IconCircleLabelList"/>
    <dgm:cxn modelId="{1EFB12FE-02A7-46E2-8092-A3DE89C9F294}" type="presParOf" srcId="{38732AF6-5D3D-4811-8CC8-6ED05CFD0EDD}" destId="{7DB91D26-638F-4B9E-8A27-728588D2EE39}" srcOrd="0" destOrd="0" presId="urn:microsoft.com/office/officeart/2018/5/layout/IconCircleLabelList"/>
    <dgm:cxn modelId="{41178FC2-3F4E-4FB9-A6B8-500D65369C3C}" type="presParOf" srcId="{38732AF6-5D3D-4811-8CC8-6ED05CFD0EDD}" destId="{5769B1C7-AD87-4E76-A862-9EB3AF5DD402}" srcOrd="1" destOrd="0" presId="urn:microsoft.com/office/officeart/2018/5/layout/IconCircleLabelList"/>
    <dgm:cxn modelId="{E11F674F-7BE6-490E-935F-1D3DFD345114}" type="presParOf" srcId="{38732AF6-5D3D-4811-8CC8-6ED05CFD0EDD}" destId="{2F23DCE4-1C03-4063-8FA9-B7E69B767D8B}" srcOrd="2" destOrd="0" presId="urn:microsoft.com/office/officeart/2018/5/layout/IconCircleLabelList"/>
    <dgm:cxn modelId="{710876CC-1398-43A8-918D-7CE1E6D852A2}" type="presParOf" srcId="{38732AF6-5D3D-4811-8CC8-6ED05CFD0EDD}" destId="{2FBE1E34-49C0-4840-B86F-E8DF3290285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xmlns="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EC6E0AE-C9BC-402F-86A8-CEF08167BE6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F412DF4-71DE-4EFD-B19D-613C40E98FAD}">
      <dgm:prSet/>
      <dgm:spPr/>
      <dgm:t>
        <a:bodyPr/>
        <a:lstStyle/>
        <a:p>
          <a:pPr>
            <a:defRPr cap="all"/>
          </a:pPr>
          <a:r>
            <a:rPr lang="en-GB"/>
            <a:t>Raspberry Pi revolutionized low-cost computing.</a:t>
          </a:r>
          <a:endParaRPr lang="en-US"/>
        </a:p>
      </dgm:t>
    </dgm:pt>
    <dgm:pt modelId="{231CDE70-FA5A-4656-9355-DB0A8983A730}" type="parTrans" cxnId="{C7DD2EDE-292A-41F7-86F2-0B7888D2E2B0}">
      <dgm:prSet/>
      <dgm:spPr/>
      <dgm:t>
        <a:bodyPr/>
        <a:lstStyle/>
        <a:p>
          <a:endParaRPr lang="en-US"/>
        </a:p>
      </dgm:t>
    </dgm:pt>
    <dgm:pt modelId="{FACB3821-671C-4564-BC91-0FB0CF0C6BBD}" type="sibTrans" cxnId="{C7DD2EDE-292A-41F7-86F2-0B7888D2E2B0}">
      <dgm:prSet/>
      <dgm:spPr/>
      <dgm:t>
        <a:bodyPr/>
        <a:lstStyle/>
        <a:p>
          <a:endParaRPr lang="en-US"/>
        </a:p>
      </dgm:t>
    </dgm:pt>
    <dgm:pt modelId="{8EFF19F2-ED3D-4D8C-919D-54F8C964326D}">
      <dgm:prSet/>
      <dgm:spPr/>
      <dgm:t>
        <a:bodyPr/>
        <a:lstStyle/>
        <a:p>
          <a:pPr>
            <a:defRPr cap="all"/>
          </a:pPr>
          <a:r>
            <a:rPr lang="en-GB"/>
            <a:t>Enables innovation in education and research.</a:t>
          </a:r>
          <a:endParaRPr lang="en-US"/>
        </a:p>
      </dgm:t>
    </dgm:pt>
    <dgm:pt modelId="{936E47F2-FD6C-47CF-9907-CA24223E370A}" type="parTrans" cxnId="{C577039D-115F-4745-AAAF-D362C8ABA620}">
      <dgm:prSet/>
      <dgm:spPr/>
      <dgm:t>
        <a:bodyPr/>
        <a:lstStyle/>
        <a:p>
          <a:endParaRPr lang="en-US"/>
        </a:p>
      </dgm:t>
    </dgm:pt>
    <dgm:pt modelId="{6EE75DD1-2998-4DC2-9FEC-3FDA608C0476}" type="sibTrans" cxnId="{C577039D-115F-4745-AAAF-D362C8ABA620}">
      <dgm:prSet/>
      <dgm:spPr/>
      <dgm:t>
        <a:bodyPr/>
        <a:lstStyle/>
        <a:p>
          <a:endParaRPr lang="en-US"/>
        </a:p>
      </dgm:t>
    </dgm:pt>
    <dgm:pt modelId="{24A0D734-ABDF-4261-BD91-A0FCC683CE52}">
      <dgm:prSet/>
      <dgm:spPr/>
      <dgm:t>
        <a:bodyPr/>
        <a:lstStyle/>
        <a:p>
          <a:pPr>
            <a:defRPr cap="all"/>
          </a:pPr>
          <a:r>
            <a:rPr lang="en-GB"/>
            <a:t>A powerful tool for learning programming and electronics.</a:t>
          </a:r>
          <a:endParaRPr lang="en-US"/>
        </a:p>
      </dgm:t>
    </dgm:pt>
    <dgm:pt modelId="{566D1D71-802D-4D6A-80C4-267E889A0CC2}" type="parTrans" cxnId="{638FD990-C7D1-4624-9B2E-38E8F2752FB2}">
      <dgm:prSet/>
      <dgm:spPr/>
      <dgm:t>
        <a:bodyPr/>
        <a:lstStyle/>
        <a:p>
          <a:endParaRPr lang="en-US"/>
        </a:p>
      </dgm:t>
    </dgm:pt>
    <dgm:pt modelId="{C658D8BB-2611-4B58-8EC1-38D7DF9CD1CA}" type="sibTrans" cxnId="{638FD990-C7D1-4624-9B2E-38E8F2752FB2}">
      <dgm:prSet/>
      <dgm:spPr/>
      <dgm:t>
        <a:bodyPr/>
        <a:lstStyle/>
        <a:p>
          <a:endParaRPr lang="en-US"/>
        </a:p>
      </dgm:t>
    </dgm:pt>
    <dgm:pt modelId="{DB049CF4-B1B0-4881-B513-450028FEE593}">
      <dgm:prSet/>
      <dgm:spPr/>
      <dgm:t>
        <a:bodyPr/>
        <a:lstStyle/>
        <a:p>
          <a:pPr>
            <a:defRPr cap="all"/>
          </a:pPr>
          <a:r>
            <a:rPr lang="en-GB"/>
            <a:t>Inspires the next generation of tech enthusiasts.</a:t>
          </a:r>
          <a:endParaRPr lang="en-US"/>
        </a:p>
      </dgm:t>
    </dgm:pt>
    <dgm:pt modelId="{58195D07-71A9-46A3-8073-932AE6EC6AEB}" type="parTrans" cxnId="{1D885D78-18B9-4872-8DAD-C228F26F5C96}">
      <dgm:prSet/>
      <dgm:spPr/>
      <dgm:t>
        <a:bodyPr/>
        <a:lstStyle/>
        <a:p>
          <a:endParaRPr lang="en-US"/>
        </a:p>
      </dgm:t>
    </dgm:pt>
    <dgm:pt modelId="{3F390E70-8921-46A8-AF3D-B946795B7ED1}" type="sibTrans" cxnId="{1D885D78-18B9-4872-8DAD-C228F26F5C96}">
      <dgm:prSet/>
      <dgm:spPr/>
      <dgm:t>
        <a:bodyPr/>
        <a:lstStyle/>
        <a:p>
          <a:endParaRPr lang="en-US"/>
        </a:p>
      </dgm:t>
    </dgm:pt>
    <dgm:pt modelId="{A8D0169A-D00B-42B9-86C6-F39FBAEF224E}" type="pres">
      <dgm:prSet presAssocID="{1EC6E0AE-C9BC-402F-86A8-CEF08167BE63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43C2860-0171-4345-8C81-EA286542119B}" type="pres">
      <dgm:prSet presAssocID="{9F412DF4-71DE-4EFD-B19D-613C40E98FAD}" presName="compNode" presStyleCnt="0"/>
      <dgm:spPr/>
    </dgm:pt>
    <dgm:pt modelId="{1C55A064-D660-41A3-A792-505ABF74CA5E}" type="pres">
      <dgm:prSet presAssocID="{9F412DF4-71DE-4EFD-B19D-613C40E98FAD}" presName="iconBgRect" presStyleLbl="bgShp" presStyleIdx="0" presStyleCnt="4"/>
      <dgm:spPr/>
    </dgm:pt>
    <dgm:pt modelId="{E7C0A85A-D836-4B0E-9056-1DE8B9817926}" type="pres">
      <dgm:prSet presAssocID="{9F412DF4-71DE-4EFD-B19D-613C40E98FA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Processor"/>
        </a:ext>
      </dgm:extLst>
    </dgm:pt>
    <dgm:pt modelId="{300E1EFD-7C6E-4AD8-88E4-1A6DBBADF2B6}" type="pres">
      <dgm:prSet presAssocID="{9F412DF4-71DE-4EFD-B19D-613C40E98FAD}" presName="spaceRect" presStyleCnt="0"/>
      <dgm:spPr/>
    </dgm:pt>
    <dgm:pt modelId="{C02FEF05-5C53-45BD-9572-83157F80C76E}" type="pres">
      <dgm:prSet presAssocID="{9F412DF4-71DE-4EFD-B19D-613C40E98FAD}" presName="textRect" presStyleLbl="revTx" presStyleIdx="0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BEEF6951-9BFC-4022-B14F-FD1085EC7E53}" type="pres">
      <dgm:prSet presAssocID="{FACB3821-671C-4564-BC91-0FB0CF0C6BBD}" presName="sibTrans" presStyleCnt="0"/>
      <dgm:spPr/>
    </dgm:pt>
    <dgm:pt modelId="{6D9033E4-77A7-49A2-BCA0-71662F186263}" type="pres">
      <dgm:prSet presAssocID="{8EFF19F2-ED3D-4D8C-919D-54F8C964326D}" presName="compNode" presStyleCnt="0"/>
      <dgm:spPr/>
    </dgm:pt>
    <dgm:pt modelId="{3C54786B-6207-41C0-8D8D-EF028F929850}" type="pres">
      <dgm:prSet presAssocID="{8EFF19F2-ED3D-4D8C-919D-54F8C964326D}" presName="iconBgRect" presStyleLbl="bgShp" presStyleIdx="1" presStyleCnt="4"/>
      <dgm:spPr/>
    </dgm:pt>
    <dgm:pt modelId="{9447487D-3998-4131-B4B9-46F48EAAB5F0}" type="pres">
      <dgm:prSet presAssocID="{8EFF19F2-ED3D-4D8C-919D-54F8C964326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Classroom"/>
        </a:ext>
      </dgm:extLst>
    </dgm:pt>
    <dgm:pt modelId="{F9929947-4E08-4D1E-A168-38333B188CF9}" type="pres">
      <dgm:prSet presAssocID="{8EFF19F2-ED3D-4D8C-919D-54F8C964326D}" presName="spaceRect" presStyleCnt="0"/>
      <dgm:spPr/>
    </dgm:pt>
    <dgm:pt modelId="{363BD4F6-7D82-4415-95A9-DE585043CA3B}" type="pres">
      <dgm:prSet presAssocID="{8EFF19F2-ED3D-4D8C-919D-54F8C964326D}" presName="textRect" presStyleLbl="revTx" presStyleIdx="1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BBA321FD-7615-4E3C-BBFE-E85E74D8FE74}" type="pres">
      <dgm:prSet presAssocID="{6EE75DD1-2998-4DC2-9FEC-3FDA608C0476}" presName="sibTrans" presStyleCnt="0"/>
      <dgm:spPr/>
    </dgm:pt>
    <dgm:pt modelId="{69EA05E4-55EE-44AA-AFEF-ED38F492AD0B}" type="pres">
      <dgm:prSet presAssocID="{24A0D734-ABDF-4261-BD91-A0FCC683CE52}" presName="compNode" presStyleCnt="0"/>
      <dgm:spPr/>
    </dgm:pt>
    <dgm:pt modelId="{D11B2D5B-DB20-4A24-A8D2-CF9BE1E54C83}" type="pres">
      <dgm:prSet presAssocID="{24A0D734-ABDF-4261-BD91-A0FCC683CE52}" presName="iconBgRect" presStyleLbl="bgShp" presStyleIdx="2" presStyleCnt="4"/>
      <dgm:spPr/>
    </dgm:pt>
    <dgm:pt modelId="{52147434-FF13-42AA-A306-82D464C56535}" type="pres">
      <dgm:prSet presAssocID="{24A0D734-ABDF-4261-BD91-A0FCC683CE5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Computer"/>
        </a:ext>
      </dgm:extLst>
    </dgm:pt>
    <dgm:pt modelId="{13BDCBDF-0E9B-4B08-8219-3B863806989E}" type="pres">
      <dgm:prSet presAssocID="{24A0D734-ABDF-4261-BD91-A0FCC683CE52}" presName="spaceRect" presStyleCnt="0"/>
      <dgm:spPr/>
    </dgm:pt>
    <dgm:pt modelId="{2D3FB76C-E37E-469D-8BE2-38294E593A3E}" type="pres">
      <dgm:prSet presAssocID="{24A0D734-ABDF-4261-BD91-A0FCC683CE52}" presName="textRect" presStyleLbl="revTx" presStyleIdx="2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38AF1C5A-9DBB-4E64-9AFB-D3B1334FBAF8}" type="pres">
      <dgm:prSet presAssocID="{C658D8BB-2611-4B58-8EC1-38D7DF9CD1CA}" presName="sibTrans" presStyleCnt="0"/>
      <dgm:spPr/>
    </dgm:pt>
    <dgm:pt modelId="{DD1CF2AD-22F7-4FAA-A0CD-ED363FF7DCDB}" type="pres">
      <dgm:prSet presAssocID="{DB049CF4-B1B0-4881-B513-450028FEE593}" presName="compNode" presStyleCnt="0"/>
      <dgm:spPr/>
    </dgm:pt>
    <dgm:pt modelId="{7C98A5B2-B4BF-4753-9AB1-78151E5366CE}" type="pres">
      <dgm:prSet presAssocID="{DB049CF4-B1B0-4881-B513-450028FEE593}" presName="iconBgRect" presStyleLbl="bgShp" presStyleIdx="3" presStyleCnt="4"/>
      <dgm:spPr/>
    </dgm:pt>
    <dgm:pt modelId="{5E409F48-CAE3-4E2C-9D2E-7AFD771226F1}" type="pres">
      <dgm:prSet presAssocID="{DB049CF4-B1B0-4881-B513-450028FEE59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xmlns="" id="0" name="" descr="Astronaut"/>
        </a:ext>
      </dgm:extLst>
    </dgm:pt>
    <dgm:pt modelId="{173BF50E-24D3-4A7F-B9C2-B537EC928F4F}" type="pres">
      <dgm:prSet presAssocID="{DB049CF4-B1B0-4881-B513-450028FEE593}" presName="spaceRect" presStyleCnt="0"/>
      <dgm:spPr/>
    </dgm:pt>
    <dgm:pt modelId="{359506D8-9C3D-47A3-B9C5-9D82820B1F1F}" type="pres">
      <dgm:prSet presAssocID="{DB049CF4-B1B0-4881-B513-450028FEE593}" presName="textRect" presStyleLbl="revTx" presStyleIdx="3" presStyleCnt="4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255547A-0CC7-40AC-8F30-6DCA72462725}" type="presOf" srcId="{9F412DF4-71DE-4EFD-B19D-613C40E98FAD}" destId="{C02FEF05-5C53-45BD-9572-83157F80C76E}" srcOrd="0" destOrd="0" presId="urn:microsoft.com/office/officeart/2018/5/layout/IconCircleLabelList"/>
    <dgm:cxn modelId="{C7DD2EDE-292A-41F7-86F2-0B7888D2E2B0}" srcId="{1EC6E0AE-C9BC-402F-86A8-CEF08167BE63}" destId="{9F412DF4-71DE-4EFD-B19D-613C40E98FAD}" srcOrd="0" destOrd="0" parTransId="{231CDE70-FA5A-4656-9355-DB0A8983A730}" sibTransId="{FACB3821-671C-4564-BC91-0FB0CF0C6BBD}"/>
    <dgm:cxn modelId="{D4DF5CB1-4A11-4E3C-9F48-1E64AA1B6E92}" type="presOf" srcId="{DB049CF4-B1B0-4881-B513-450028FEE593}" destId="{359506D8-9C3D-47A3-B9C5-9D82820B1F1F}" srcOrd="0" destOrd="0" presId="urn:microsoft.com/office/officeart/2018/5/layout/IconCircleLabelList"/>
    <dgm:cxn modelId="{2401B171-E69F-40A9-BCFC-A5787832FADC}" type="presOf" srcId="{1EC6E0AE-C9BC-402F-86A8-CEF08167BE63}" destId="{A8D0169A-D00B-42B9-86C6-F39FBAEF224E}" srcOrd="0" destOrd="0" presId="urn:microsoft.com/office/officeart/2018/5/layout/IconCircleLabelList"/>
    <dgm:cxn modelId="{1D885D78-18B9-4872-8DAD-C228F26F5C96}" srcId="{1EC6E0AE-C9BC-402F-86A8-CEF08167BE63}" destId="{DB049CF4-B1B0-4881-B513-450028FEE593}" srcOrd="3" destOrd="0" parTransId="{58195D07-71A9-46A3-8073-932AE6EC6AEB}" sibTransId="{3F390E70-8921-46A8-AF3D-B946795B7ED1}"/>
    <dgm:cxn modelId="{C577039D-115F-4745-AAAF-D362C8ABA620}" srcId="{1EC6E0AE-C9BC-402F-86A8-CEF08167BE63}" destId="{8EFF19F2-ED3D-4D8C-919D-54F8C964326D}" srcOrd="1" destOrd="0" parTransId="{936E47F2-FD6C-47CF-9907-CA24223E370A}" sibTransId="{6EE75DD1-2998-4DC2-9FEC-3FDA608C0476}"/>
    <dgm:cxn modelId="{D588E553-FCE9-4771-9243-291A844771D5}" type="presOf" srcId="{8EFF19F2-ED3D-4D8C-919D-54F8C964326D}" destId="{363BD4F6-7D82-4415-95A9-DE585043CA3B}" srcOrd="0" destOrd="0" presId="urn:microsoft.com/office/officeart/2018/5/layout/IconCircleLabelList"/>
    <dgm:cxn modelId="{638FD990-C7D1-4624-9B2E-38E8F2752FB2}" srcId="{1EC6E0AE-C9BC-402F-86A8-CEF08167BE63}" destId="{24A0D734-ABDF-4261-BD91-A0FCC683CE52}" srcOrd="2" destOrd="0" parTransId="{566D1D71-802D-4D6A-80C4-267E889A0CC2}" sibTransId="{C658D8BB-2611-4B58-8EC1-38D7DF9CD1CA}"/>
    <dgm:cxn modelId="{B9244A9D-5EA8-486A-BD40-3D662BAA99F0}" type="presOf" srcId="{24A0D734-ABDF-4261-BD91-A0FCC683CE52}" destId="{2D3FB76C-E37E-469D-8BE2-38294E593A3E}" srcOrd="0" destOrd="0" presId="urn:microsoft.com/office/officeart/2018/5/layout/IconCircleLabelList"/>
    <dgm:cxn modelId="{F0772AFE-2D44-4144-9AF3-608415C5ADEF}" type="presParOf" srcId="{A8D0169A-D00B-42B9-86C6-F39FBAEF224E}" destId="{143C2860-0171-4345-8C81-EA286542119B}" srcOrd="0" destOrd="0" presId="urn:microsoft.com/office/officeart/2018/5/layout/IconCircleLabelList"/>
    <dgm:cxn modelId="{DE828E8D-2C70-4DCE-9F8B-5A99FFE80EBD}" type="presParOf" srcId="{143C2860-0171-4345-8C81-EA286542119B}" destId="{1C55A064-D660-41A3-A792-505ABF74CA5E}" srcOrd="0" destOrd="0" presId="urn:microsoft.com/office/officeart/2018/5/layout/IconCircleLabelList"/>
    <dgm:cxn modelId="{B1EE2410-0468-48E8-BCB5-51691FFA404C}" type="presParOf" srcId="{143C2860-0171-4345-8C81-EA286542119B}" destId="{E7C0A85A-D836-4B0E-9056-1DE8B9817926}" srcOrd="1" destOrd="0" presId="urn:microsoft.com/office/officeart/2018/5/layout/IconCircleLabelList"/>
    <dgm:cxn modelId="{09015076-18FB-4CE3-BE9B-570D4A8A87C5}" type="presParOf" srcId="{143C2860-0171-4345-8C81-EA286542119B}" destId="{300E1EFD-7C6E-4AD8-88E4-1A6DBBADF2B6}" srcOrd="2" destOrd="0" presId="urn:microsoft.com/office/officeart/2018/5/layout/IconCircleLabelList"/>
    <dgm:cxn modelId="{FA2A2A3D-E78F-4829-9E06-E881151829DC}" type="presParOf" srcId="{143C2860-0171-4345-8C81-EA286542119B}" destId="{C02FEF05-5C53-45BD-9572-83157F80C76E}" srcOrd="3" destOrd="0" presId="urn:microsoft.com/office/officeart/2018/5/layout/IconCircleLabelList"/>
    <dgm:cxn modelId="{C0783677-3CAF-4C86-A2D2-DCE8CF7F3A27}" type="presParOf" srcId="{A8D0169A-D00B-42B9-86C6-F39FBAEF224E}" destId="{BEEF6951-9BFC-4022-B14F-FD1085EC7E53}" srcOrd="1" destOrd="0" presId="urn:microsoft.com/office/officeart/2018/5/layout/IconCircleLabelList"/>
    <dgm:cxn modelId="{9D367DFC-920A-481F-B531-F51F41616054}" type="presParOf" srcId="{A8D0169A-D00B-42B9-86C6-F39FBAEF224E}" destId="{6D9033E4-77A7-49A2-BCA0-71662F186263}" srcOrd="2" destOrd="0" presId="urn:microsoft.com/office/officeart/2018/5/layout/IconCircleLabelList"/>
    <dgm:cxn modelId="{2E5599F1-0562-42DE-A623-8AC07CA4A80A}" type="presParOf" srcId="{6D9033E4-77A7-49A2-BCA0-71662F186263}" destId="{3C54786B-6207-41C0-8D8D-EF028F929850}" srcOrd="0" destOrd="0" presId="urn:microsoft.com/office/officeart/2018/5/layout/IconCircleLabelList"/>
    <dgm:cxn modelId="{C1686725-CFCA-4E5E-8654-CF466A82175D}" type="presParOf" srcId="{6D9033E4-77A7-49A2-BCA0-71662F186263}" destId="{9447487D-3998-4131-B4B9-46F48EAAB5F0}" srcOrd="1" destOrd="0" presId="urn:microsoft.com/office/officeart/2018/5/layout/IconCircleLabelList"/>
    <dgm:cxn modelId="{985DF818-92B6-4098-8649-CE34936B86FE}" type="presParOf" srcId="{6D9033E4-77A7-49A2-BCA0-71662F186263}" destId="{F9929947-4E08-4D1E-A168-38333B188CF9}" srcOrd="2" destOrd="0" presId="urn:microsoft.com/office/officeart/2018/5/layout/IconCircleLabelList"/>
    <dgm:cxn modelId="{9AC47880-D155-48B1-8C60-B8F68AC8ECB5}" type="presParOf" srcId="{6D9033E4-77A7-49A2-BCA0-71662F186263}" destId="{363BD4F6-7D82-4415-95A9-DE585043CA3B}" srcOrd="3" destOrd="0" presId="urn:microsoft.com/office/officeart/2018/5/layout/IconCircleLabelList"/>
    <dgm:cxn modelId="{137D89FE-FA90-4A59-91FA-0DBB5D0CEDC1}" type="presParOf" srcId="{A8D0169A-D00B-42B9-86C6-F39FBAEF224E}" destId="{BBA321FD-7615-4E3C-BBFE-E85E74D8FE74}" srcOrd="3" destOrd="0" presId="urn:microsoft.com/office/officeart/2018/5/layout/IconCircleLabelList"/>
    <dgm:cxn modelId="{D033D8DE-ABA7-4422-8EB9-EDA69900B9FB}" type="presParOf" srcId="{A8D0169A-D00B-42B9-86C6-F39FBAEF224E}" destId="{69EA05E4-55EE-44AA-AFEF-ED38F492AD0B}" srcOrd="4" destOrd="0" presId="urn:microsoft.com/office/officeart/2018/5/layout/IconCircleLabelList"/>
    <dgm:cxn modelId="{A6855890-169D-47A8-AE9C-3FED67670F57}" type="presParOf" srcId="{69EA05E4-55EE-44AA-AFEF-ED38F492AD0B}" destId="{D11B2D5B-DB20-4A24-A8D2-CF9BE1E54C83}" srcOrd="0" destOrd="0" presId="urn:microsoft.com/office/officeart/2018/5/layout/IconCircleLabelList"/>
    <dgm:cxn modelId="{06187822-971A-4587-BC0D-3B14C6E66797}" type="presParOf" srcId="{69EA05E4-55EE-44AA-AFEF-ED38F492AD0B}" destId="{52147434-FF13-42AA-A306-82D464C56535}" srcOrd="1" destOrd="0" presId="urn:microsoft.com/office/officeart/2018/5/layout/IconCircleLabelList"/>
    <dgm:cxn modelId="{DBA8FFBF-54ED-4E23-997C-EC5742F71051}" type="presParOf" srcId="{69EA05E4-55EE-44AA-AFEF-ED38F492AD0B}" destId="{13BDCBDF-0E9B-4B08-8219-3B863806989E}" srcOrd="2" destOrd="0" presId="urn:microsoft.com/office/officeart/2018/5/layout/IconCircleLabelList"/>
    <dgm:cxn modelId="{34E7692D-A176-405A-BD00-337BB7A2EC19}" type="presParOf" srcId="{69EA05E4-55EE-44AA-AFEF-ED38F492AD0B}" destId="{2D3FB76C-E37E-469D-8BE2-38294E593A3E}" srcOrd="3" destOrd="0" presId="urn:microsoft.com/office/officeart/2018/5/layout/IconCircleLabelList"/>
    <dgm:cxn modelId="{5C8DDA04-EDA5-4431-9480-63185416F60C}" type="presParOf" srcId="{A8D0169A-D00B-42B9-86C6-F39FBAEF224E}" destId="{38AF1C5A-9DBB-4E64-9AFB-D3B1334FBAF8}" srcOrd="5" destOrd="0" presId="urn:microsoft.com/office/officeart/2018/5/layout/IconCircleLabelList"/>
    <dgm:cxn modelId="{94863D02-3CC7-4663-B90E-E15D139BACC4}" type="presParOf" srcId="{A8D0169A-D00B-42B9-86C6-F39FBAEF224E}" destId="{DD1CF2AD-22F7-4FAA-A0CD-ED363FF7DCDB}" srcOrd="6" destOrd="0" presId="urn:microsoft.com/office/officeart/2018/5/layout/IconCircleLabelList"/>
    <dgm:cxn modelId="{209678CC-A064-416F-9582-2E91B1ADEFBD}" type="presParOf" srcId="{DD1CF2AD-22F7-4FAA-A0CD-ED363FF7DCDB}" destId="{7C98A5B2-B4BF-4753-9AB1-78151E5366CE}" srcOrd="0" destOrd="0" presId="urn:microsoft.com/office/officeart/2018/5/layout/IconCircleLabelList"/>
    <dgm:cxn modelId="{11C6B520-7C4A-4564-A002-D025A35EE9B9}" type="presParOf" srcId="{DD1CF2AD-22F7-4FAA-A0CD-ED363FF7DCDB}" destId="{5E409F48-CAE3-4E2C-9D2E-7AFD771226F1}" srcOrd="1" destOrd="0" presId="urn:microsoft.com/office/officeart/2018/5/layout/IconCircleLabelList"/>
    <dgm:cxn modelId="{59279E27-C285-4206-92D6-96506B96E0D4}" type="presParOf" srcId="{DD1CF2AD-22F7-4FAA-A0CD-ED363FF7DCDB}" destId="{173BF50E-24D3-4A7F-B9C2-B537EC928F4F}" srcOrd="2" destOrd="0" presId="urn:microsoft.com/office/officeart/2018/5/layout/IconCircleLabelList"/>
    <dgm:cxn modelId="{E232C6C0-7542-4406-917E-549F8EE5C620}" type="presParOf" srcId="{DD1CF2AD-22F7-4FAA-A0CD-ED363FF7DCDB}" destId="{359506D8-9C3D-47A3-B9C5-9D82820B1F1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336D73-7FCC-4305-97AE-86C75F8AE6E7}">
      <dsp:nvSpPr>
        <dsp:cNvPr id="0" name=""/>
        <dsp:cNvSpPr/>
      </dsp:nvSpPr>
      <dsp:spPr>
        <a:xfrm>
          <a:off x="0" y="1563"/>
          <a:ext cx="4672584" cy="7924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E7E927-BD47-4607-B327-7E1E5051ECC4}">
      <dsp:nvSpPr>
        <dsp:cNvPr id="0" name=""/>
        <dsp:cNvSpPr/>
      </dsp:nvSpPr>
      <dsp:spPr>
        <a:xfrm>
          <a:off x="239720" y="179867"/>
          <a:ext cx="435854" cy="4358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8D7270-69A6-451E-99E7-EF724D0B69AD}">
      <dsp:nvSpPr>
        <dsp:cNvPr id="0" name=""/>
        <dsp:cNvSpPr/>
      </dsp:nvSpPr>
      <dsp:spPr>
        <a:xfrm>
          <a:off x="915295" y="1563"/>
          <a:ext cx="3757288" cy="7924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69" tIns="83869" rIns="83869" bIns="83869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Raspberry Pi is a low-cost, credit-card-sized computer.</a:t>
          </a:r>
          <a:endParaRPr lang="en-US" sz="1800" kern="1200"/>
        </a:p>
      </dsp:txBody>
      <dsp:txXfrm>
        <a:off x="915295" y="1563"/>
        <a:ext cx="3757288" cy="792463"/>
      </dsp:txXfrm>
    </dsp:sp>
    <dsp:sp modelId="{4292EE85-901E-480A-85E7-2A0F9490FC71}">
      <dsp:nvSpPr>
        <dsp:cNvPr id="0" name=""/>
        <dsp:cNvSpPr/>
      </dsp:nvSpPr>
      <dsp:spPr>
        <a:xfrm>
          <a:off x="0" y="992142"/>
          <a:ext cx="4672584" cy="7924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36F207-151B-4EC8-A54E-B99B35F50796}">
      <dsp:nvSpPr>
        <dsp:cNvPr id="0" name=""/>
        <dsp:cNvSpPr/>
      </dsp:nvSpPr>
      <dsp:spPr>
        <a:xfrm>
          <a:off x="239720" y="1170447"/>
          <a:ext cx="435854" cy="4358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633123-E70C-438C-B8E5-5910CBBFE635}">
      <dsp:nvSpPr>
        <dsp:cNvPr id="0" name=""/>
        <dsp:cNvSpPr/>
      </dsp:nvSpPr>
      <dsp:spPr>
        <a:xfrm>
          <a:off x="915295" y="992142"/>
          <a:ext cx="3757288" cy="7924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69" tIns="83869" rIns="83869" bIns="83869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Developed by the Raspberry Pi Foundation (UK).</a:t>
          </a:r>
          <a:endParaRPr lang="en-US" sz="1800" kern="1200"/>
        </a:p>
      </dsp:txBody>
      <dsp:txXfrm>
        <a:off x="915295" y="992142"/>
        <a:ext cx="3757288" cy="792463"/>
      </dsp:txXfrm>
    </dsp:sp>
    <dsp:sp modelId="{638B09EC-E0FE-41C9-B4A7-6818820076AB}">
      <dsp:nvSpPr>
        <dsp:cNvPr id="0" name=""/>
        <dsp:cNvSpPr/>
      </dsp:nvSpPr>
      <dsp:spPr>
        <a:xfrm>
          <a:off x="0" y="1982721"/>
          <a:ext cx="4672584" cy="7924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F52212-ABB3-41C2-89F7-EE2534944B52}">
      <dsp:nvSpPr>
        <dsp:cNvPr id="0" name=""/>
        <dsp:cNvSpPr/>
      </dsp:nvSpPr>
      <dsp:spPr>
        <a:xfrm>
          <a:off x="239720" y="2161026"/>
          <a:ext cx="435854" cy="43585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9A9D4E-B976-4611-9E6E-B5AB087A4AFA}">
      <dsp:nvSpPr>
        <dsp:cNvPr id="0" name=""/>
        <dsp:cNvSpPr/>
      </dsp:nvSpPr>
      <dsp:spPr>
        <a:xfrm>
          <a:off x="915295" y="1982721"/>
          <a:ext cx="3757288" cy="7924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69" tIns="83869" rIns="83869" bIns="83869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Aims to promote computer science education and DIY electronics.</a:t>
          </a:r>
          <a:endParaRPr lang="en-US" sz="1800" kern="1200"/>
        </a:p>
      </dsp:txBody>
      <dsp:txXfrm>
        <a:off x="915295" y="1982721"/>
        <a:ext cx="3757288" cy="792463"/>
      </dsp:txXfrm>
    </dsp:sp>
    <dsp:sp modelId="{FE3A6906-82A5-40DF-8AE7-D9A35FDDACF5}">
      <dsp:nvSpPr>
        <dsp:cNvPr id="0" name=""/>
        <dsp:cNvSpPr/>
      </dsp:nvSpPr>
      <dsp:spPr>
        <a:xfrm>
          <a:off x="0" y="2973301"/>
          <a:ext cx="4672584" cy="7924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6EB02C-67EA-48A9-978F-E01B7715CC44}">
      <dsp:nvSpPr>
        <dsp:cNvPr id="0" name=""/>
        <dsp:cNvSpPr/>
      </dsp:nvSpPr>
      <dsp:spPr>
        <a:xfrm>
          <a:off x="239720" y="3151605"/>
          <a:ext cx="435854" cy="43585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7A566F-62D7-459F-B0FD-9E36DB3BE3A9}">
      <dsp:nvSpPr>
        <dsp:cNvPr id="0" name=""/>
        <dsp:cNvSpPr/>
      </dsp:nvSpPr>
      <dsp:spPr>
        <a:xfrm>
          <a:off x="915295" y="2973301"/>
          <a:ext cx="3757288" cy="7924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69" tIns="83869" rIns="83869" bIns="83869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Used in education, prototyping, and IoT projects.</a:t>
          </a:r>
          <a:endParaRPr lang="en-US" sz="1800" kern="1200"/>
        </a:p>
      </dsp:txBody>
      <dsp:txXfrm>
        <a:off x="915295" y="2973301"/>
        <a:ext cx="3757288" cy="7924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E44E54-69D3-4541-943E-AF1738E699A0}">
      <dsp:nvSpPr>
        <dsp:cNvPr id="0" name=""/>
        <dsp:cNvSpPr/>
      </dsp:nvSpPr>
      <dsp:spPr>
        <a:xfrm>
          <a:off x="990648" y="33720"/>
          <a:ext cx="662189" cy="66218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795C7C-929C-44DE-B335-330D0D647565}">
      <dsp:nvSpPr>
        <dsp:cNvPr id="0" name=""/>
        <dsp:cNvSpPr/>
      </dsp:nvSpPr>
      <dsp:spPr>
        <a:xfrm>
          <a:off x="1129707" y="172779"/>
          <a:ext cx="384069" cy="3840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340F2D-3DAC-406C-8CE5-28B2E39F706E}">
      <dsp:nvSpPr>
        <dsp:cNvPr id="0" name=""/>
        <dsp:cNvSpPr/>
      </dsp:nvSpPr>
      <dsp:spPr>
        <a:xfrm>
          <a:off x="1794735" y="33720"/>
          <a:ext cx="1560874" cy="662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First model released in 2012.</a:t>
          </a:r>
        </a:p>
      </dsp:txBody>
      <dsp:txXfrm>
        <a:off x="1794735" y="33720"/>
        <a:ext cx="1560874" cy="662189"/>
      </dsp:txXfrm>
    </dsp:sp>
    <dsp:sp modelId="{FE03F379-87AF-4F48-B516-92CAD2E56BDC}">
      <dsp:nvSpPr>
        <dsp:cNvPr id="0" name=""/>
        <dsp:cNvSpPr/>
      </dsp:nvSpPr>
      <dsp:spPr>
        <a:xfrm>
          <a:off x="990648" y="1638263"/>
          <a:ext cx="662189" cy="66218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E90426-0B0F-4554-8A18-6D3CBFAB1344}">
      <dsp:nvSpPr>
        <dsp:cNvPr id="0" name=""/>
        <dsp:cNvSpPr/>
      </dsp:nvSpPr>
      <dsp:spPr>
        <a:xfrm>
          <a:off x="1129707" y="1777323"/>
          <a:ext cx="384069" cy="3840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72457F-ABEA-4DA5-AE39-D6BC4E19A61B}">
      <dsp:nvSpPr>
        <dsp:cNvPr id="0" name=""/>
        <dsp:cNvSpPr/>
      </dsp:nvSpPr>
      <dsp:spPr>
        <a:xfrm>
          <a:off x="1794735" y="1638263"/>
          <a:ext cx="1560874" cy="662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Major versions: Pi 1 → Pi 2 → Pi 3 → Pi 4 → Pi 5 (2023).</a:t>
          </a:r>
        </a:p>
      </dsp:txBody>
      <dsp:txXfrm>
        <a:off x="1794735" y="1638263"/>
        <a:ext cx="1560874" cy="662189"/>
      </dsp:txXfrm>
    </dsp:sp>
    <dsp:sp modelId="{E41ED638-EE34-407F-9ADC-D91C393C3A7E}">
      <dsp:nvSpPr>
        <dsp:cNvPr id="0" name=""/>
        <dsp:cNvSpPr/>
      </dsp:nvSpPr>
      <dsp:spPr>
        <a:xfrm>
          <a:off x="990648" y="3242807"/>
          <a:ext cx="662189" cy="66218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42F006-B795-4C37-8A25-ACE0E45FEFBA}">
      <dsp:nvSpPr>
        <dsp:cNvPr id="0" name=""/>
        <dsp:cNvSpPr/>
      </dsp:nvSpPr>
      <dsp:spPr>
        <a:xfrm>
          <a:off x="1129707" y="3381866"/>
          <a:ext cx="384069" cy="3840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EC0386-272C-4296-9CC2-07184DB71FC1}">
      <dsp:nvSpPr>
        <dsp:cNvPr id="0" name=""/>
        <dsp:cNvSpPr/>
      </dsp:nvSpPr>
      <dsp:spPr>
        <a:xfrm>
          <a:off x="1794735" y="3242807"/>
          <a:ext cx="1560874" cy="662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Raspberry Pi Zero series for ultra-compact, low-power use.</a:t>
          </a:r>
        </a:p>
      </dsp:txBody>
      <dsp:txXfrm>
        <a:off x="1794735" y="3242807"/>
        <a:ext cx="1560874" cy="662189"/>
      </dsp:txXfrm>
    </dsp:sp>
    <dsp:sp modelId="{85968F9C-711D-4B33-96DA-3D1D22844E23}">
      <dsp:nvSpPr>
        <dsp:cNvPr id="0" name=""/>
        <dsp:cNvSpPr/>
      </dsp:nvSpPr>
      <dsp:spPr>
        <a:xfrm>
          <a:off x="990648" y="4847350"/>
          <a:ext cx="662189" cy="66218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63832C-A729-4160-95A5-40444218F4CE}">
      <dsp:nvSpPr>
        <dsp:cNvPr id="0" name=""/>
        <dsp:cNvSpPr/>
      </dsp:nvSpPr>
      <dsp:spPr>
        <a:xfrm>
          <a:off x="1129707" y="4986410"/>
          <a:ext cx="384069" cy="38406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E0ACFA-6B7D-4157-A3CA-C9D0DDDB45CA}">
      <dsp:nvSpPr>
        <dsp:cNvPr id="0" name=""/>
        <dsp:cNvSpPr/>
      </dsp:nvSpPr>
      <dsp:spPr>
        <a:xfrm>
          <a:off x="1794735" y="4847350"/>
          <a:ext cx="1560874" cy="662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Increasing power and features each generation. with</a:t>
          </a:r>
        </a:p>
      </dsp:txBody>
      <dsp:txXfrm>
        <a:off x="1794735" y="4847350"/>
        <a:ext cx="1560874" cy="6621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53A4BC-6FCB-490B-ACD0-62DD50C6FF47}">
      <dsp:nvSpPr>
        <dsp:cNvPr id="0" name=""/>
        <dsp:cNvSpPr/>
      </dsp:nvSpPr>
      <dsp:spPr>
        <a:xfrm>
          <a:off x="513121" y="1749"/>
          <a:ext cx="866390" cy="8663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C03789-A32D-43DC-8015-8A6FC727D857}">
      <dsp:nvSpPr>
        <dsp:cNvPr id="0" name=""/>
        <dsp:cNvSpPr/>
      </dsp:nvSpPr>
      <dsp:spPr>
        <a:xfrm>
          <a:off x="697762" y="186390"/>
          <a:ext cx="497109" cy="4971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2E5880-F97B-4836-8AE9-73F0B14275A8}">
      <dsp:nvSpPr>
        <dsp:cNvPr id="0" name=""/>
        <dsp:cNvSpPr/>
      </dsp:nvSpPr>
      <dsp:spPr>
        <a:xfrm>
          <a:off x="236160" y="1137999"/>
          <a:ext cx="1420312" cy="568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CPU: ARM-based processor.</a:t>
          </a:r>
        </a:p>
      </dsp:txBody>
      <dsp:txXfrm>
        <a:off x="236160" y="1137999"/>
        <a:ext cx="1420312" cy="568125"/>
      </dsp:txXfrm>
    </dsp:sp>
    <dsp:sp modelId="{0759235B-A6C2-4B59-AD0D-AFF55A60CA0D}">
      <dsp:nvSpPr>
        <dsp:cNvPr id="0" name=""/>
        <dsp:cNvSpPr/>
      </dsp:nvSpPr>
      <dsp:spPr>
        <a:xfrm>
          <a:off x="2181988" y="1749"/>
          <a:ext cx="866390" cy="8663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93AFA5-4488-4039-8326-299AF73D99CB}">
      <dsp:nvSpPr>
        <dsp:cNvPr id="0" name=""/>
        <dsp:cNvSpPr/>
      </dsp:nvSpPr>
      <dsp:spPr>
        <a:xfrm>
          <a:off x="2366629" y="186390"/>
          <a:ext cx="497109" cy="4971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1D05CC-AB2D-4E4F-862C-9438B47FB97C}">
      <dsp:nvSpPr>
        <dsp:cNvPr id="0" name=""/>
        <dsp:cNvSpPr/>
      </dsp:nvSpPr>
      <dsp:spPr>
        <a:xfrm>
          <a:off x="1905027" y="1137999"/>
          <a:ext cx="1420312" cy="568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RAM: 512 MB – 8 GB depending on model.</a:t>
          </a:r>
        </a:p>
      </dsp:txBody>
      <dsp:txXfrm>
        <a:off x="1905027" y="1137999"/>
        <a:ext cx="1420312" cy="568125"/>
      </dsp:txXfrm>
    </dsp:sp>
    <dsp:sp modelId="{F96E5EDE-82F7-492F-884A-2BBDF61EDC92}">
      <dsp:nvSpPr>
        <dsp:cNvPr id="0" name=""/>
        <dsp:cNvSpPr/>
      </dsp:nvSpPr>
      <dsp:spPr>
        <a:xfrm>
          <a:off x="3850855" y="1749"/>
          <a:ext cx="866390" cy="8663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31CA82-D0F6-4B15-8AFB-D8047C6C4A00}">
      <dsp:nvSpPr>
        <dsp:cNvPr id="0" name=""/>
        <dsp:cNvSpPr/>
      </dsp:nvSpPr>
      <dsp:spPr>
        <a:xfrm>
          <a:off x="4035496" y="186390"/>
          <a:ext cx="497109" cy="4971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D29EFE-1CD9-4BB3-8549-21415BB3592D}">
      <dsp:nvSpPr>
        <dsp:cNvPr id="0" name=""/>
        <dsp:cNvSpPr/>
      </dsp:nvSpPr>
      <dsp:spPr>
        <a:xfrm>
          <a:off x="3573894" y="1137999"/>
          <a:ext cx="1420312" cy="568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Ports: HDMI, USB, audio jack, Ethernet, camera interface.</a:t>
          </a:r>
        </a:p>
      </dsp:txBody>
      <dsp:txXfrm>
        <a:off x="3573894" y="1137999"/>
        <a:ext cx="1420312" cy="568125"/>
      </dsp:txXfrm>
    </dsp:sp>
    <dsp:sp modelId="{09436C1F-E905-4260-B186-57A5D44EC872}">
      <dsp:nvSpPr>
        <dsp:cNvPr id="0" name=""/>
        <dsp:cNvSpPr/>
      </dsp:nvSpPr>
      <dsp:spPr>
        <a:xfrm>
          <a:off x="1347555" y="2061203"/>
          <a:ext cx="866390" cy="8663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F8A410-2633-4B40-B41D-2684BE30A973}">
      <dsp:nvSpPr>
        <dsp:cNvPr id="0" name=""/>
        <dsp:cNvSpPr/>
      </dsp:nvSpPr>
      <dsp:spPr>
        <a:xfrm>
          <a:off x="1532195" y="2245843"/>
          <a:ext cx="497109" cy="4971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0490BC-2A14-4794-8BC7-7CF0645DE338}">
      <dsp:nvSpPr>
        <dsp:cNvPr id="0" name=""/>
        <dsp:cNvSpPr/>
      </dsp:nvSpPr>
      <dsp:spPr>
        <a:xfrm>
          <a:off x="1070594" y="3197453"/>
          <a:ext cx="1420312" cy="568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GPIO (40-pin) for hardware interfacing.</a:t>
          </a:r>
        </a:p>
      </dsp:txBody>
      <dsp:txXfrm>
        <a:off x="1070594" y="3197453"/>
        <a:ext cx="1420312" cy="568125"/>
      </dsp:txXfrm>
    </dsp:sp>
    <dsp:sp modelId="{7DB91D26-638F-4B9E-8A27-728588D2EE39}">
      <dsp:nvSpPr>
        <dsp:cNvPr id="0" name=""/>
        <dsp:cNvSpPr/>
      </dsp:nvSpPr>
      <dsp:spPr>
        <a:xfrm>
          <a:off x="3016422" y="2061203"/>
          <a:ext cx="866390" cy="8663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69B1C7-AD87-4E76-A862-9EB3AF5DD402}">
      <dsp:nvSpPr>
        <dsp:cNvPr id="0" name=""/>
        <dsp:cNvSpPr/>
      </dsp:nvSpPr>
      <dsp:spPr>
        <a:xfrm>
          <a:off x="3201062" y="2245843"/>
          <a:ext cx="497109" cy="49710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BE1E34-49C0-4840-B86F-E8DF3290285F}">
      <dsp:nvSpPr>
        <dsp:cNvPr id="0" name=""/>
        <dsp:cNvSpPr/>
      </dsp:nvSpPr>
      <dsp:spPr>
        <a:xfrm>
          <a:off x="2739461" y="3197453"/>
          <a:ext cx="1420312" cy="568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Storage via micro-SD card.</a:t>
          </a:r>
        </a:p>
      </dsp:txBody>
      <dsp:txXfrm>
        <a:off x="2739461" y="3197453"/>
        <a:ext cx="1420312" cy="56812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55A064-D660-41A3-A792-505ABF74CA5E}">
      <dsp:nvSpPr>
        <dsp:cNvPr id="0" name=""/>
        <dsp:cNvSpPr/>
      </dsp:nvSpPr>
      <dsp:spPr>
        <a:xfrm>
          <a:off x="647881" y="569645"/>
          <a:ext cx="1454733" cy="145473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C0A85A-D836-4B0E-9056-1DE8B9817926}">
      <dsp:nvSpPr>
        <dsp:cNvPr id="0" name=""/>
        <dsp:cNvSpPr/>
      </dsp:nvSpPr>
      <dsp:spPr>
        <a:xfrm>
          <a:off x="957906" y="879670"/>
          <a:ext cx="834683" cy="8346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2FEF05-5C53-45BD-9572-83157F80C76E}">
      <dsp:nvSpPr>
        <dsp:cNvPr id="0" name=""/>
        <dsp:cNvSpPr/>
      </dsp:nvSpPr>
      <dsp:spPr>
        <a:xfrm>
          <a:off x="182843" y="2477492"/>
          <a:ext cx="238480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500" kern="1200"/>
            <a:t>Raspberry Pi revolutionized low-cost computing.</a:t>
          </a:r>
          <a:endParaRPr lang="en-US" sz="1500" kern="1200"/>
        </a:p>
      </dsp:txBody>
      <dsp:txXfrm>
        <a:off x="182843" y="2477492"/>
        <a:ext cx="2384809" cy="720000"/>
      </dsp:txXfrm>
    </dsp:sp>
    <dsp:sp modelId="{3C54786B-6207-41C0-8D8D-EF028F929850}">
      <dsp:nvSpPr>
        <dsp:cNvPr id="0" name=""/>
        <dsp:cNvSpPr/>
      </dsp:nvSpPr>
      <dsp:spPr>
        <a:xfrm>
          <a:off x="3450032" y="569645"/>
          <a:ext cx="1454733" cy="145473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47487D-3998-4131-B4B9-46F48EAAB5F0}">
      <dsp:nvSpPr>
        <dsp:cNvPr id="0" name=""/>
        <dsp:cNvSpPr/>
      </dsp:nvSpPr>
      <dsp:spPr>
        <a:xfrm>
          <a:off x="3760057" y="879670"/>
          <a:ext cx="834683" cy="8346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3BD4F6-7D82-4415-95A9-DE585043CA3B}">
      <dsp:nvSpPr>
        <dsp:cNvPr id="0" name=""/>
        <dsp:cNvSpPr/>
      </dsp:nvSpPr>
      <dsp:spPr>
        <a:xfrm>
          <a:off x="2984994" y="2477492"/>
          <a:ext cx="238480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500" kern="1200"/>
            <a:t>Enables innovation in education and research.</a:t>
          </a:r>
          <a:endParaRPr lang="en-US" sz="1500" kern="1200"/>
        </a:p>
      </dsp:txBody>
      <dsp:txXfrm>
        <a:off x="2984994" y="2477492"/>
        <a:ext cx="2384809" cy="720000"/>
      </dsp:txXfrm>
    </dsp:sp>
    <dsp:sp modelId="{D11B2D5B-DB20-4A24-A8D2-CF9BE1E54C83}">
      <dsp:nvSpPr>
        <dsp:cNvPr id="0" name=""/>
        <dsp:cNvSpPr/>
      </dsp:nvSpPr>
      <dsp:spPr>
        <a:xfrm>
          <a:off x="6252183" y="569645"/>
          <a:ext cx="1454733" cy="145473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147434-FF13-42AA-A306-82D464C56535}">
      <dsp:nvSpPr>
        <dsp:cNvPr id="0" name=""/>
        <dsp:cNvSpPr/>
      </dsp:nvSpPr>
      <dsp:spPr>
        <a:xfrm>
          <a:off x="6562208" y="879670"/>
          <a:ext cx="834683" cy="83468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3FB76C-E37E-469D-8BE2-38294E593A3E}">
      <dsp:nvSpPr>
        <dsp:cNvPr id="0" name=""/>
        <dsp:cNvSpPr/>
      </dsp:nvSpPr>
      <dsp:spPr>
        <a:xfrm>
          <a:off x="5787145" y="2477492"/>
          <a:ext cx="238480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500" kern="1200"/>
            <a:t>A powerful tool for learning programming and electronics.</a:t>
          </a:r>
          <a:endParaRPr lang="en-US" sz="1500" kern="1200"/>
        </a:p>
      </dsp:txBody>
      <dsp:txXfrm>
        <a:off x="5787145" y="2477492"/>
        <a:ext cx="2384809" cy="720000"/>
      </dsp:txXfrm>
    </dsp:sp>
    <dsp:sp modelId="{7C98A5B2-B4BF-4753-9AB1-78151E5366CE}">
      <dsp:nvSpPr>
        <dsp:cNvPr id="0" name=""/>
        <dsp:cNvSpPr/>
      </dsp:nvSpPr>
      <dsp:spPr>
        <a:xfrm>
          <a:off x="9054334" y="569645"/>
          <a:ext cx="1454733" cy="145473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409F48-CAE3-4E2C-9D2E-7AFD771226F1}">
      <dsp:nvSpPr>
        <dsp:cNvPr id="0" name=""/>
        <dsp:cNvSpPr/>
      </dsp:nvSpPr>
      <dsp:spPr>
        <a:xfrm>
          <a:off x="9364359" y="879670"/>
          <a:ext cx="834683" cy="83468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9506D8-9C3D-47A3-B9C5-9D82820B1F1F}">
      <dsp:nvSpPr>
        <dsp:cNvPr id="0" name=""/>
        <dsp:cNvSpPr/>
      </dsp:nvSpPr>
      <dsp:spPr>
        <a:xfrm>
          <a:off x="8589296" y="2477492"/>
          <a:ext cx="238480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500" kern="1200"/>
            <a:t>Inspires the next generation of tech enthusiasts.</a:t>
          </a:r>
          <a:endParaRPr lang="en-US" sz="1500" kern="1200"/>
        </a:p>
      </dsp:txBody>
      <dsp:txXfrm>
        <a:off x="8589296" y="2477492"/>
        <a:ext cx="2384809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79742-0F0A-48FB-81D3-1B1EBF26DFD5}" type="datetimeFigureOut">
              <a:rPr lang="en-US" smtClean="0"/>
              <a:t>10/25/2025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EE1BA0-5286-4811-9858-DF6397855F0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EE1BA0-5286-4811-9858-DF6397855F08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EE1BA0-5286-4811-9858-DF6397855F08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xmlns="" id="{EA67E988-5919-57BB-C7DE-D3EAD38A30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96182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49567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41095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59946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98257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82317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58119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43271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89072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61133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07379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xmlns="" id="{774A975B-A886-5202-0489-6965514A0D1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59945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microsoft.com/office/2007/relationships/diagramDrawing" Target="../diagrams/drawing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8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4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diagramLayout" Target="../diagrams/layout4.xml"/><Relationship Id="rId7" Type="http://schemas.openxmlformats.org/officeDocument/2006/relationships/image" Target="../media/image19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eg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xmlns="" id="{E20BB609-EF92-42DB-836C-0699A590B5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xmlns="" id="{8BEC44CD-E290-4D60-A056-5BA05B182AC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Abstract red geometric pattern">
            <a:extLst>
              <a:ext uri="{FF2B5EF4-FFF2-40B4-BE49-F238E27FC236}">
                <a16:creationId xmlns:a16="http://schemas.microsoft.com/office/drawing/2014/main" xmlns="" id="{FBC57C72-957E-1935-FBB7-771688D190C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l="6616" r="34050" b="-2"/>
          <a:stretch>
            <a:fillRect/>
          </a:stretch>
        </p:blipFill>
        <p:spPr>
          <a:xfrm>
            <a:off x="-1" y="-4"/>
            <a:ext cx="6096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17F819-C9BF-2BD8-021A-734DA10256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334248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dirty="0">
                <a:solidFill>
                  <a:srgbClr val="FFFFFF"/>
                </a:solidFill>
              </a:rPr>
              <a:t>The   Raspberry Pi </a:t>
            </a:r>
            <a:br>
              <a:rPr lang="en-US" sz="5400" dirty="0">
                <a:solidFill>
                  <a:srgbClr val="FFFFFF"/>
                </a:solidFill>
              </a:rPr>
            </a:br>
            <a:r>
              <a:rPr lang="en-US" sz="5400" dirty="0">
                <a:solidFill>
                  <a:srgbClr val="FFFFFF"/>
                </a:solidFill>
              </a:rPr>
              <a:t>Board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xmlns="" id="{B2C335F7-F61C-4EB4-80F2-4B1438FE66B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raspberry logo with green leaves&#10;&#10;AI-generated content may be incorrect.">
            <a:extLst>
              <a:ext uri="{FF2B5EF4-FFF2-40B4-BE49-F238E27FC236}">
                <a16:creationId xmlns:a16="http://schemas.microsoft.com/office/drawing/2014/main" xmlns="" id="{F7D1184E-13DC-AE57-3B9C-123AE8C79F3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2175" b="9794"/>
          <a:stretch>
            <a:fillRect/>
          </a:stretch>
        </p:blipFill>
        <p:spPr>
          <a:xfrm>
            <a:off x="6095999" y="-4"/>
            <a:ext cx="6096000" cy="6858001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7EF2583-D546-490F-DE7C-45C45B745D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017817"/>
            <a:ext cx="5640276" cy="1920240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Rakshak R Naik</a:t>
            </a:r>
          </a:p>
          <a:p>
            <a:r>
              <a:rPr lang="en-US" dirty="0">
                <a:solidFill>
                  <a:srgbClr val="FFFFFF"/>
                </a:solidFill>
              </a:rPr>
              <a:t>IOT BCS701</a:t>
            </a:r>
          </a:p>
          <a:p>
            <a:r>
              <a:rPr lang="en-US" dirty="0">
                <a:solidFill>
                  <a:srgbClr val="FFFFFF"/>
                </a:solidFill>
              </a:rPr>
              <a:t>Under the guidance of : Ms. Archana Ma’am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F1189494-2B67-46D2-93D6-A122A09BF6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662168" y="6300216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25064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xmlns="" id="{34C0330F-1D4F-4552-B799-615DD237B6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4B7926B-7C8D-97CF-EFAA-78E95A1CE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754880" cy="1463040"/>
          </a:xfrm>
        </p:spPr>
        <p:txBody>
          <a:bodyPr>
            <a:normAutofit/>
          </a:bodyPr>
          <a:lstStyle/>
          <a:p>
            <a:r>
              <a:rPr lang="en-US"/>
              <a:t>Introduction</a:t>
            </a:r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xmlns="" id="{92BE0106-0C20-465B-A1BE-0BAC2737B1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17871" y="508090"/>
            <a:ext cx="467296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graphicFrame>
        <p:nvGraphicFramePr>
          <p:cNvPr id="59" name="Rectangle 1">
            <a:extLst>
              <a:ext uri="{FF2B5EF4-FFF2-40B4-BE49-F238E27FC236}">
                <a16:creationId xmlns:a16="http://schemas.microsoft.com/office/drawing/2014/main" xmlns="" id="{28F5F6A1-68F1-8768-5B8D-E6F157062D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503560060"/>
              </p:ext>
            </p:extLst>
          </p:nvPr>
        </p:nvGraphicFramePr>
        <p:xfrm>
          <a:off x="521208" y="2578608"/>
          <a:ext cx="4672584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" name="Picture 11" descr="A green circuit board with many different components&#10;&#10;AI-generated content may be incorrect.">
            <a:extLst>
              <a:ext uri="{FF2B5EF4-FFF2-40B4-BE49-F238E27FC236}">
                <a16:creationId xmlns:a16="http://schemas.microsoft.com/office/drawing/2014/main" xmlns="" id="{4DE41D49-7416-0F4E-59CD-B4EAB70931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2687" r="22130" b="1"/>
          <a:stretch>
            <a:fillRect/>
          </a:stretch>
        </p:blipFill>
        <p:spPr>
          <a:xfrm>
            <a:off x="5708708" y="508090"/>
            <a:ext cx="5962084" cy="584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42610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xmlns="" id="{9E10BDB4-64F2-477D-A03B-9F8352D5E0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BFB0E8-515F-7F8E-B81E-443D075FA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100"/>
              <a:t>Evolution of Raspberry Pi</a:t>
            </a:r>
            <a:br>
              <a:rPr lang="en-US" sz="4100"/>
            </a:br>
            <a:endParaRPr lang="en-US" sz="41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887F59F2-5FBC-40CD-AD35-376AECE49EA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a raspberry pi&#10;&#10;AI-generated content may be incorrect.">
            <a:extLst>
              <a:ext uri="{FF2B5EF4-FFF2-40B4-BE49-F238E27FC236}">
                <a16:creationId xmlns:a16="http://schemas.microsoft.com/office/drawing/2014/main" xmlns="" id="{AE46A13B-87EF-A0FB-E79A-2F1A1FE12D9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6839" r="1352"/>
          <a:stretch>
            <a:fillRect/>
          </a:stretch>
        </p:blipFill>
        <p:spPr>
          <a:xfrm>
            <a:off x="-3049" y="1841875"/>
            <a:ext cx="8446961" cy="4358755"/>
          </a:xfrm>
          <a:prstGeom prst="rect">
            <a:avLst/>
          </a:prstGeom>
        </p:spPr>
      </p:pic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xmlns="" id="{2E2873C6-11AC-7AE6-3B1E-F0454B6094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229992528"/>
              </p:ext>
            </p:extLst>
          </p:nvPr>
        </p:nvGraphicFramePr>
        <p:xfrm>
          <a:off x="7842694" y="657370"/>
          <a:ext cx="4346258" cy="5543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xmlns="" val="2152845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xmlns="" id="{2CD0D193-B981-FE7D-7D46-D739C7E5B5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F8D234-74B2-8178-0435-580DCCD11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7376" y="978408"/>
            <a:ext cx="5230368" cy="1463040"/>
          </a:xfrm>
        </p:spPr>
        <p:txBody>
          <a:bodyPr>
            <a:normAutofit fontScale="90000"/>
          </a:bodyPr>
          <a:lstStyle/>
          <a:p>
            <a:r>
              <a:rPr lang="en-US" dirty="0"/>
              <a:t>Hardware Overview</a:t>
            </a:r>
            <a:br>
              <a:rPr lang="en-US" dirty="0"/>
            </a:br>
            <a:endParaRPr lang="en-US" dirty="0"/>
          </a:p>
        </p:txBody>
      </p:sp>
      <p:pic>
        <p:nvPicPr>
          <p:cNvPr id="7" name="Picture 6" descr="A green circuit board with many small chips">
            <a:extLst>
              <a:ext uri="{FF2B5EF4-FFF2-40B4-BE49-F238E27FC236}">
                <a16:creationId xmlns:a16="http://schemas.microsoft.com/office/drawing/2014/main" xmlns="" id="{B19A2933-A774-0DB5-6104-5EFE42798C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2616" r="-2" b="14095"/>
          <a:stretch>
            <a:fillRect/>
          </a:stretch>
        </p:blipFill>
        <p:spPr>
          <a:xfrm>
            <a:off x="517870" y="508090"/>
            <a:ext cx="5057307" cy="2779776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xmlns="" id="{14435763-D116-E6B0-3992-6801EF0F0FF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443314" y="508090"/>
            <a:ext cx="523036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lose-up of a computer chip">
            <a:extLst>
              <a:ext uri="{FF2B5EF4-FFF2-40B4-BE49-F238E27FC236}">
                <a16:creationId xmlns:a16="http://schemas.microsoft.com/office/drawing/2014/main" xmlns="" id="{509F254B-FF7E-E1D9-D52C-1A5B058002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-2" b="7619"/>
          <a:stretch>
            <a:fillRect/>
          </a:stretch>
        </p:blipFill>
        <p:spPr>
          <a:xfrm>
            <a:off x="517870" y="3566160"/>
            <a:ext cx="5057307" cy="2779776"/>
          </a:xfrm>
          <a:prstGeom prst="rect">
            <a:avLst/>
          </a:prstGeom>
        </p:spPr>
      </p:pic>
      <p:graphicFrame>
        <p:nvGraphicFramePr>
          <p:cNvPr id="41" name="Content Placeholder 2">
            <a:extLst>
              <a:ext uri="{FF2B5EF4-FFF2-40B4-BE49-F238E27FC236}">
                <a16:creationId xmlns:a16="http://schemas.microsoft.com/office/drawing/2014/main" xmlns="" id="{C8C0C6DF-0B01-33A1-A882-532CEEF05CA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37376" y="2578608"/>
          <a:ext cx="5230368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xmlns="" val="1899119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9E10BDB4-64F2-477D-A03B-9F8352D5E0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289B82-3E15-E477-5C01-065ABE37F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Operating Systems</a:t>
            </a:r>
            <a:br>
              <a:rPr lang="en-US" dirty="0"/>
            </a:b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887F59F2-5FBC-40CD-AD35-376AECE49EA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xmlns="" id="{E5B67C50-DCCF-63ED-EF47-13AE49A95A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629" r="7145" b="1"/>
          <a:stretch>
            <a:fillRect/>
          </a:stretch>
        </p:blipFill>
        <p:spPr>
          <a:xfrm>
            <a:off x="517866" y="2429691"/>
            <a:ext cx="6281929" cy="391631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843F31A-3281-3EE7-2629-90BE76F12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8080" y="1033272"/>
            <a:ext cx="4169664" cy="5312664"/>
          </a:xfrm>
        </p:spPr>
        <p:txBody>
          <a:bodyPr>
            <a:normAutofit/>
          </a:bodyPr>
          <a:lstStyle/>
          <a:p>
            <a:r>
              <a:rPr lang="en-US" b="1" dirty="0"/>
              <a:t>Raspberry Pi OS</a:t>
            </a:r>
            <a:r>
              <a:rPr lang="en-US" dirty="0"/>
              <a:t> (formerly Raspbian) – official OS.</a:t>
            </a:r>
          </a:p>
          <a:p>
            <a:r>
              <a:rPr lang="en-US" dirty="0"/>
              <a:t>Supports Ubuntu Server, Kali Linux, Windows IoT Core.</a:t>
            </a:r>
          </a:p>
          <a:p>
            <a:r>
              <a:rPr lang="en-US" dirty="0"/>
              <a:t>OS installed via Raspberry Pi Imager.</a:t>
            </a:r>
          </a:p>
          <a:p>
            <a:r>
              <a:rPr lang="en-US" dirty="0"/>
              <a:t>Bootable from SD card or USB.</a:t>
            </a:r>
          </a:p>
          <a:p>
            <a:endParaRPr lang="en-US" dirty="0"/>
          </a:p>
        </p:txBody>
      </p:sp>
      <p:pic>
        <p:nvPicPr>
          <p:cNvPr id="7" name="Picture 6" descr="A close-up of a logo&#10;&#10;AI-generated content may be incorrect.">
            <a:extLst>
              <a:ext uri="{FF2B5EF4-FFF2-40B4-BE49-F238E27FC236}">
                <a16:creationId xmlns:a16="http://schemas.microsoft.com/office/drawing/2014/main" xmlns="" id="{42097DA3-5290-AFD1-495A-ACC0FD2A17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743109" y="4387847"/>
            <a:ext cx="3679605" cy="1226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27923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9E10BDB4-64F2-477D-A03B-9F8352D5E0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ED0910-31AC-BB26-0F3D-D9D4B99BA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100"/>
              <a:t>Software &amp; Programming</a:t>
            </a:r>
            <a:br>
              <a:rPr lang="en-US" sz="4100"/>
            </a:br>
            <a:endParaRPr lang="en-US" sz="41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887F59F2-5FBC-40CD-AD35-376AECE49EA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7271C494-8107-3D61-D611-4FBC7C22A2B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5" name="Picture 4" descr="A hand holding a green circuit board&#10;&#10;AI-generated content may be incorrect.">
            <a:extLst>
              <a:ext uri="{FF2B5EF4-FFF2-40B4-BE49-F238E27FC236}">
                <a16:creationId xmlns:a16="http://schemas.microsoft.com/office/drawing/2014/main" xmlns="" id="{9C516510-6F1F-F4D0-0640-CCA6B8F316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4354" y="2931352"/>
            <a:ext cx="7698505" cy="390550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8ACB413-74EB-3522-F169-EEF966D5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>
            <a:normAutofit/>
          </a:bodyPr>
          <a:lstStyle/>
          <a:p>
            <a:r>
              <a:rPr lang="en-US"/>
              <a:t>Supports multiple languages: </a:t>
            </a:r>
            <a:r>
              <a:rPr lang="en-US" b="1"/>
              <a:t>Python</a:t>
            </a:r>
            <a:r>
              <a:rPr lang="en-US"/>
              <a:t>, C/C++, Java, Scratch.</a:t>
            </a:r>
          </a:p>
          <a:p>
            <a:r>
              <a:rPr lang="en-US"/>
              <a:t>Pre-installed tools: Thonny IDE, Geany, IDLE.</a:t>
            </a:r>
          </a:p>
          <a:p>
            <a:r>
              <a:rPr lang="en-US"/>
              <a:t>Common tasks: sensor data collection, automation, robotics.</a:t>
            </a:r>
          </a:p>
          <a:p>
            <a:r>
              <a:rPr lang="en-US"/>
              <a:t>Example: blink an LED using Python.</a:t>
            </a:r>
          </a:p>
          <a:p>
            <a:endParaRPr lang="en-US" dirty="0"/>
          </a:p>
        </p:txBody>
      </p:sp>
      <p:pic>
        <p:nvPicPr>
          <p:cNvPr id="7" name="Picture 6" descr="A blue and yellow snake logo&#10;&#10;AI-generated content may be incorrect.">
            <a:extLst>
              <a:ext uri="{FF2B5EF4-FFF2-40B4-BE49-F238E27FC236}">
                <a16:creationId xmlns:a16="http://schemas.microsoft.com/office/drawing/2014/main" xmlns="" id="{96DE2BA5-D607-8074-40C4-19DFB6C3EF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33650" y="1678175"/>
            <a:ext cx="947152" cy="947152"/>
          </a:xfrm>
          <a:prstGeom prst="rect">
            <a:avLst/>
          </a:prstGeom>
        </p:spPr>
      </p:pic>
      <p:pic>
        <p:nvPicPr>
          <p:cNvPr id="9" name="Picture 8" descr="A blue hexagon with white circle and a black background&#10;&#10;AI-generated content may be incorrect.">
            <a:extLst>
              <a:ext uri="{FF2B5EF4-FFF2-40B4-BE49-F238E27FC236}">
                <a16:creationId xmlns:a16="http://schemas.microsoft.com/office/drawing/2014/main" xmlns="" id="{5F27CADE-8D00-DA63-D54A-F913F31DCE6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120896" y="1605472"/>
            <a:ext cx="1075871" cy="1189671"/>
          </a:xfrm>
          <a:prstGeom prst="rect">
            <a:avLst/>
          </a:prstGeom>
        </p:spPr>
      </p:pic>
      <p:pic>
        <p:nvPicPr>
          <p:cNvPr id="13" name="Picture 12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xmlns="" id="{BCE409AC-5894-097A-0F33-A4A0339230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158662" y="1358603"/>
            <a:ext cx="1641134" cy="1641134"/>
          </a:xfrm>
          <a:prstGeom prst="rect">
            <a:avLst/>
          </a:prstGeom>
        </p:spPr>
      </p:pic>
      <p:pic>
        <p:nvPicPr>
          <p:cNvPr id="18" name="Picture 17" descr="A close up of a circuit board&#10;&#10;AI-generated content may be incorrect.">
            <a:extLst>
              <a:ext uri="{FF2B5EF4-FFF2-40B4-BE49-F238E27FC236}">
                <a16:creationId xmlns:a16="http://schemas.microsoft.com/office/drawing/2014/main" xmlns="" id="{E688723E-DE4F-0544-0C8F-4E036DC6A7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605318" y="4061861"/>
            <a:ext cx="1977107" cy="2392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43869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xmlns="" id="{34C0330F-1D4F-4552-B799-615DD237B6D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5A07BD67-B5F3-85BB-568B-1F9A8F47D03F}"/>
              </a:ext>
            </a:extLst>
          </p:cNvPr>
          <p:cNvSpPr txBox="1">
            <a:spLocks/>
          </p:cNvSpPr>
          <p:nvPr/>
        </p:nvSpPr>
        <p:spPr>
          <a:xfrm>
            <a:off x="521208" y="978408"/>
            <a:ext cx="5020056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Networking &amp; GPIO</a:t>
            </a:r>
            <a:br>
              <a:rPr lang="en-US" sz="4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1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92BE0106-0C20-465B-A1BE-0BAC2737B1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776CD40-79F0-DD3B-15F3-7653DE339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034" y="2165879"/>
            <a:ext cx="5020056" cy="3767328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r>
              <a:rPr lang="en-US" dirty="0"/>
              <a:t>40 GPIO pins for digital input/output.</a:t>
            </a:r>
          </a:p>
          <a:p>
            <a:r>
              <a:rPr lang="en-US" dirty="0"/>
              <a:t>Can control LEDs, motors, and read sensors.</a:t>
            </a:r>
          </a:p>
          <a:p>
            <a:r>
              <a:rPr lang="en-US" dirty="0"/>
              <a:t>Communication protocols: I²C, SPI, UART.</a:t>
            </a:r>
          </a:p>
          <a:p>
            <a:r>
              <a:rPr lang="en-US" dirty="0"/>
              <a:t>Ideal for learning embedded systems concepts.</a:t>
            </a:r>
          </a:p>
          <a:p>
            <a:endParaRPr lang="en-US" dirty="0"/>
          </a:p>
          <a:p>
            <a:r>
              <a:rPr lang="en-US" dirty="0"/>
              <a:t>Built-in Wi-Fi and Bluetooth on Pi 3 and later.</a:t>
            </a:r>
          </a:p>
          <a:p>
            <a:r>
              <a:rPr lang="en-US" dirty="0"/>
              <a:t>Ethernet port for wired networking.</a:t>
            </a:r>
          </a:p>
          <a:p>
            <a:r>
              <a:rPr lang="en-US" dirty="0"/>
              <a:t>Remote access via SSH or VNC.</a:t>
            </a:r>
          </a:p>
          <a:p>
            <a:r>
              <a:rPr lang="en-US" dirty="0"/>
              <a:t>Can host web servers or IoT dashboards.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 descr="A diagram of a circuit board&#10;&#10;AI-generated content may be incorrect.">
            <a:extLst>
              <a:ext uri="{FF2B5EF4-FFF2-40B4-BE49-F238E27FC236}">
                <a16:creationId xmlns:a16="http://schemas.microsoft.com/office/drawing/2014/main" xmlns="" id="{165D5F04-3662-78B4-4F23-194836FA9B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1" b="5495"/>
          <a:stretch>
            <a:fillRect/>
          </a:stretch>
        </p:blipFill>
        <p:spPr>
          <a:xfrm>
            <a:off x="6560598" y="508090"/>
            <a:ext cx="5122753" cy="2783750"/>
          </a:xfrm>
          <a:prstGeom prst="rect">
            <a:avLst/>
          </a:prstGeom>
        </p:spPr>
      </p:pic>
      <p:pic>
        <p:nvPicPr>
          <p:cNvPr id="7" name="Picture 6" descr="A green circuit board with many components&#10;&#10;AI-generated content may be incorrect.">
            <a:extLst>
              <a:ext uri="{FF2B5EF4-FFF2-40B4-BE49-F238E27FC236}">
                <a16:creationId xmlns:a16="http://schemas.microsoft.com/office/drawing/2014/main" xmlns="" id="{A8DEE352-3F8C-0227-593A-CBC4E98D22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5874" b="7430"/>
          <a:stretch>
            <a:fillRect/>
          </a:stretch>
        </p:blipFill>
        <p:spPr>
          <a:xfrm>
            <a:off x="6650738" y="3779795"/>
            <a:ext cx="5122753" cy="2779776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02340B14-046D-17C7-2DA5-9C762099DDB2}"/>
              </a:ext>
            </a:extLst>
          </p:cNvPr>
          <p:cNvSpPr txBox="1">
            <a:spLocks/>
          </p:cNvSpPr>
          <p:nvPr/>
        </p:nvSpPr>
        <p:spPr>
          <a:xfrm>
            <a:off x="518160" y="4319291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338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xmlns="" id="{BF447FC5-81F5-498F-B253-3D2BBDD2E64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E2D345-6204-A073-091E-E0907A27E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9200" cy="2377440"/>
          </a:xfrm>
        </p:spPr>
        <p:txBody>
          <a:bodyPr>
            <a:normAutofit/>
          </a:bodyPr>
          <a:lstStyle/>
          <a:p>
            <a:r>
              <a:rPr lang="en-US"/>
              <a:t>Applications &amp; Projects</a:t>
            </a:r>
            <a:br>
              <a:rPr lang="en-US"/>
            </a:b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A183D605-F0BC-4923-9BAD-8F2204285B7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diagram of a computer component&#10;&#10;AI-generated content may be incorrect.">
            <a:extLst>
              <a:ext uri="{FF2B5EF4-FFF2-40B4-BE49-F238E27FC236}">
                <a16:creationId xmlns:a16="http://schemas.microsoft.com/office/drawing/2014/main" xmlns="" id="{9FB01E80-F443-B5B7-A84B-3F7FEE58AD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5357" t="2231" r="5343" b="-1446"/>
          <a:stretch>
            <a:fillRect/>
          </a:stretch>
        </p:blipFill>
        <p:spPr>
          <a:xfrm>
            <a:off x="6652949" y="272052"/>
            <a:ext cx="4934524" cy="308379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C1A59FC6-29E7-4618-829A-36CC011E55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662168" y="3616882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mall green device with wires and wires&#10;&#10;AI-generated content may be incorrect.">
            <a:extLst>
              <a:ext uri="{FF2B5EF4-FFF2-40B4-BE49-F238E27FC236}">
                <a16:creationId xmlns:a16="http://schemas.microsoft.com/office/drawing/2014/main" xmlns="" id="{B50B3A19-FFCC-CD7B-FA64-932DE3A932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8918" r="1" b="20877"/>
          <a:stretch>
            <a:fillRect/>
          </a:stretch>
        </p:blipFill>
        <p:spPr>
          <a:xfrm>
            <a:off x="513802" y="3698197"/>
            <a:ext cx="5011957" cy="264780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DCD1025-F72D-205D-E106-605067BCA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3776472"/>
            <a:ext cx="5010912" cy="256946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Smart Home Automation (System Monitoring, Lighting).</a:t>
            </a:r>
          </a:p>
          <a:p>
            <a:r>
              <a:rPr lang="en-US" dirty="0"/>
              <a:t>IoT and Sensor Networks.</a:t>
            </a:r>
          </a:p>
          <a:p>
            <a:r>
              <a:rPr lang="en-US" dirty="0"/>
              <a:t>Robotics and Drones.</a:t>
            </a:r>
          </a:p>
          <a:p>
            <a:r>
              <a:rPr lang="en-US" dirty="0"/>
              <a:t>Media Center (Kodi, RetroPie).</a:t>
            </a:r>
          </a:p>
          <a:p>
            <a:r>
              <a:rPr lang="en-US" dirty="0"/>
              <a:t>Edge AI – image recognition and ML inference.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29706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9E10BDB4-64F2-477D-A03B-9F8352D5E0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9F98F9-7FAD-987A-0F71-3485FC959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Limitations &amp; Future Scope</a:t>
            </a:r>
            <a:br>
              <a:rPr lang="en-US" sz="3700"/>
            </a:br>
            <a:endParaRPr lang="en-US" sz="37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887F59F2-5FBC-40CD-AD35-376AECE49EA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7271C494-8107-3D61-D611-4FBC7C22A2B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5" name="Picture 4" descr="A diagram of a computer program&#10;&#10;AI-generated content may be incorrect.">
            <a:extLst>
              <a:ext uri="{FF2B5EF4-FFF2-40B4-BE49-F238E27FC236}">
                <a16:creationId xmlns:a16="http://schemas.microsoft.com/office/drawing/2014/main" xmlns="" id="{23EE75FF-D273-3CBE-C009-626AA22952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1388"/>
          <a:stretch>
            <a:fillRect/>
          </a:stretch>
        </p:blipFill>
        <p:spPr>
          <a:xfrm>
            <a:off x="539496" y="2406315"/>
            <a:ext cx="6281928" cy="313116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A43219C-0E0C-A83D-25E8-F75606816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GB" sz="1500" b="1"/>
              <a:t>Limitations</a:t>
            </a:r>
          </a:p>
          <a:p>
            <a:pPr>
              <a:lnSpc>
                <a:spcPct val="100000"/>
              </a:lnSpc>
            </a:pPr>
            <a:r>
              <a:rPr lang="en-GB" sz="1500"/>
              <a:t>Limited processing power for heavy tasks.</a:t>
            </a:r>
          </a:p>
          <a:p>
            <a:pPr>
              <a:lnSpc>
                <a:spcPct val="100000"/>
              </a:lnSpc>
            </a:pPr>
            <a:r>
              <a:rPr lang="en-GB" sz="1500"/>
              <a:t>No built-in storage; depends on external SD or USB drives.</a:t>
            </a:r>
          </a:p>
          <a:p>
            <a:pPr>
              <a:lnSpc>
                <a:spcPct val="100000"/>
              </a:lnSpc>
            </a:pPr>
            <a:r>
              <a:rPr lang="en-GB" sz="1500"/>
              <a:t>Requires external components (monitor, keyboard).</a:t>
            </a:r>
          </a:p>
          <a:p>
            <a:pPr>
              <a:lnSpc>
                <a:spcPct val="100000"/>
              </a:lnSpc>
            </a:pPr>
            <a:r>
              <a:rPr lang="en-GB" sz="1500"/>
              <a:t>Generates heat under continuous load.</a:t>
            </a:r>
            <a:br>
              <a:rPr lang="en-GB" sz="1500"/>
            </a:br>
            <a:endParaRPr lang="en-GB" sz="1500"/>
          </a:p>
          <a:p>
            <a:pPr marL="0" indent="0">
              <a:lnSpc>
                <a:spcPct val="100000"/>
              </a:lnSpc>
              <a:buNone/>
            </a:pPr>
            <a:r>
              <a:rPr lang="en-GB" sz="1500" b="1"/>
              <a:t>Future Scope</a:t>
            </a:r>
          </a:p>
          <a:p>
            <a:pPr>
              <a:lnSpc>
                <a:spcPct val="100000"/>
              </a:lnSpc>
            </a:pPr>
            <a:r>
              <a:rPr lang="en-GB" sz="1500"/>
              <a:t>Faster CPUs and better cooling in new models.</a:t>
            </a:r>
          </a:p>
          <a:p>
            <a:pPr>
              <a:lnSpc>
                <a:spcPct val="100000"/>
              </a:lnSpc>
            </a:pPr>
            <a:r>
              <a:rPr lang="en-GB" sz="1500"/>
              <a:t>Integration with AI and IoT platforms.</a:t>
            </a:r>
          </a:p>
          <a:p>
            <a:pPr>
              <a:lnSpc>
                <a:spcPct val="100000"/>
              </a:lnSpc>
            </a:pPr>
            <a:r>
              <a:rPr lang="en-GB" sz="1500"/>
              <a:t>Wider use in robotics and automation.</a:t>
            </a:r>
          </a:p>
          <a:p>
            <a:pPr>
              <a:lnSpc>
                <a:spcPct val="100000"/>
              </a:lnSpc>
            </a:pPr>
            <a:r>
              <a:rPr lang="en-GB" sz="1500"/>
              <a:t>Expansion in education and research fields.</a:t>
            </a:r>
          </a:p>
          <a:p>
            <a:pPr>
              <a:lnSpc>
                <a:spcPct val="100000"/>
              </a:lnSpc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xmlns="" val="3438701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04213918-F1EB-4BCE-BE23-F5E9851EE05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093916-6595-91BE-4474-549ACA34C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GB" dirty="0"/>
              <a:t>Conclusion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2062E862-C7F7-4CA1-B929-D0B75F5E9FB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795AA81D-6B43-413E-6AEA-E6756A7E70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732561666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 descr="A keyboard and mouse on a table&#10;&#10;AI-generated content may be incorrect.">
            <a:extLst>
              <a:ext uri="{FF2B5EF4-FFF2-40B4-BE49-F238E27FC236}">
                <a16:creationId xmlns:a16="http://schemas.microsoft.com/office/drawing/2014/main" xmlns="" id="{69488D64-88A9-2245-AE33-1BFE3B2AEAE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657565" y="794021"/>
            <a:ext cx="4013735" cy="2039322"/>
          </a:xfrm>
          <a:prstGeom prst="rect">
            <a:avLst/>
          </a:prstGeom>
        </p:spPr>
      </p:pic>
      <p:pic>
        <p:nvPicPr>
          <p:cNvPr id="18" name="Picture 17" descr="A close-up of a logo">
            <a:extLst>
              <a:ext uri="{FF2B5EF4-FFF2-40B4-BE49-F238E27FC236}">
                <a16:creationId xmlns:a16="http://schemas.microsoft.com/office/drawing/2014/main" xmlns="" id="{CF7F7573-092D-1BDA-7A93-F9191774DE1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16381"/>
          <a:stretch>
            <a:fillRect/>
          </a:stretch>
        </p:blipFill>
        <p:spPr>
          <a:xfrm>
            <a:off x="3727095" y="1165459"/>
            <a:ext cx="3670120" cy="146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86770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774A975B-A886-5202-0489-6965514A0D1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A083F47-750E-A41F-1E5A-EFB054507C7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EA67E988-5919-57BB-C7DE-D3EAD38A304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xmlns="" id="{DCF2551A-9BF2-8941-138F-1BC80300773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xmlns="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07CBE1-4CA6-FB40-9142-9CDFC5EE0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4253" y="2706314"/>
            <a:ext cx="6997664" cy="144537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8000" dirty="0"/>
              <a:t>THANK YOU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2CFEB66D-D958-4734-9DDE-0C683FD5D44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17868" y="6209925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64461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408</Words>
  <Application>Microsoft Office PowerPoint</Application>
  <PresentationFormat>Custom</PresentationFormat>
  <Paragraphs>65</Paragraphs>
  <Slides>11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GestaltVTI</vt:lpstr>
      <vt:lpstr>The   Raspberry Pi  Board</vt:lpstr>
      <vt:lpstr>Introduction</vt:lpstr>
      <vt:lpstr>Evolution of Raspberry Pi </vt:lpstr>
      <vt:lpstr>Hardware Overview </vt:lpstr>
      <vt:lpstr>Operating Systems </vt:lpstr>
      <vt:lpstr>Software &amp; Programming </vt:lpstr>
      <vt:lpstr>Slide 7</vt:lpstr>
      <vt:lpstr>Applications &amp; Projects </vt:lpstr>
      <vt:lpstr>Limitations &amp; Future Scope </vt:lpstr>
      <vt:lpstr>Conclusion</vt:lpstr>
      <vt:lpstr>THANK YOU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  Raspberry Pi  Board</dc:title>
  <dc:creator>Rakshak Naik</dc:creator>
  <cp:lastModifiedBy>admin</cp:lastModifiedBy>
  <cp:revision>2</cp:revision>
  <dcterms:created xsi:type="dcterms:W3CDTF">2025-10-24T13:53:05Z</dcterms:created>
  <dcterms:modified xsi:type="dcterms:W3CDTF">2025-10-25T03:31:00Z</dcterms:modified>
</cp:coreProperties>
</file>